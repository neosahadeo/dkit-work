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712" autoAdjust="0"/>
  </p:normalViewPr>
  <p:slideViewPr>
    <p:cSldViewPr snapToGrid="0">
      <p:cViewPr varScale="1">
        <p:scale>
          <a:sx n="108" d="100"/>
          <a:sy n="108" d="100"/>
        </p:scale>
        <p:origin x="6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21355F5-8DAE-400C-ADA4-157B9A1915F1}" type="datetimeFigureOut">
              <a:rPr lang="en-IE" smtClean="0"/>
              <a:t>19/09/2023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A6E009B-9E48-4025-891E-024CD736EF96}" type="slidenum">
              <a:rPr lang="en-IE" smtClean="0"/>
              <a:t>‹#›</a:t>
            </a:fld>
            <a:endParaRPr lang="en-IE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54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55F5-8DAE-400C-ADA4-157B9A1915F1}" type="datetimeFigureOut">
              <a:rPr lang="en-IE" smtClean="0"/>
              <a:t>19/09/2023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E009B-9E48-4025-891E-024CD736EF9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80176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55F5-8DAE-400C-ADA4-157B9A1915F1}" type="datetimeFigureOut">
              <a:rPr lang="en-IE" smtClean="0"/>
              <a:t>19/09/2023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E009B-9E48-4025-891E-024CD736EF96}" type="slidenum">
              <a:rPr lang="en-IE" smtClean="0"/>
              <a:t>‹#›</a:t>
            </a:fld>
            <a:endParaRPr lang="en-IE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546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55F5-8DAE-400C-ADA4-157B9A1915F1}" type="datetimeFigureOut">
              <a:rPr lang="en-IE" smtClean="0"/>
              <a:t>19/09/2023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E009B-9E48-4025-891E-024CD736EF9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76784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55F5-8DAE-400C-ADA4-157B9A1915F1}" type="datetimeFigureOut">
              <a:rPr lang="en-IE" smtClean="0"/>
              <a:t>19/09/2023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E009B-9E48-4025-891E-024CD736EF96}" type="slidenum">
              <a:rPr lang="en-IE" smtClean="0"/>
              <a:t>‹#›</a:t>
            </a:fld>
            <a:endParaRPr lang="en-IE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192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55F5-8DAE-400C-ADA4-157B9A1915F1}" type="datetimeFigureOut">
              <a:rPr lang="en-IE" smtClean="0"/>
              <a:t>19/09/2023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E009B-9E48-4025-891E-024CD736EF96}" type="slidenum">
              <a:rPr lang="en-IE" smtClean="0"/>
              <a:t>‹#›</a:t>
            </a:fld>
            <a:endParaRPr lang="en-IE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7700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55F5-8DAE-400C-ADA4-157B9A1915F1}" type="datetimeFigureOut">
              <a:rPr lang="en-IE" smtClean="0"/>
              <a:t>19/09/2023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E009B-9E48-4025-891E-024CD736EF9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25392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55F5-8DAE-400C-ADA4-157B9A1915F1}" type="datetimeFigureOut">
              <a:rPr lang="en-IE" smtClean="0"/>
              <a:t>19/09/2023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E009B-9E48-4025-891E-024CD736EF96}" type="slidenum">
              <a:rPr lang="en-IE" smtClean="0"/>
              <a:t>‹#›</a:t>
            </a:fld>
            <a:endParaRPr lang="en-IE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550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55F5-8DAE-400C-ADA4-157B9A1915F1}" type="datetimeFigureOut">
              <a:rPr lang="en-IE" smtClean="0"/>
              <a:t>19/09/2023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E009B-9E48-4025-891E-024CD736EF9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78390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55F5-8DAE-400C-ADA4-157B9A1915F1}" type="datetimeFigureOut">
              <a:rPr lang="en-IE" smtClean="0"/>
              <a:t>19/09/2023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E009B-9E48-4025-891E-024CD736EF9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19486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55F5-8DAE-400C-ADA4-157B9A1915F1}" type="datetimeFigureOut">
              <a:rPr lang="en-IE" smtClean="0"/>
              <a:t>19/09/2023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E009B-9E48-4025-891E-024CD736EF96}" type="slidenum">
              <a:rPr lang="en-IE" smtClean="0"/>
              <a:t>‹#›</a:t>
            </a:fld>
            <a:endParaRPr lang="en-I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619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55F5-8DAE-400C-ADA4-157B9A1915F1}" type="datetimeFigureOut">
              <a:rPr lang="en-IE" smtClean="0"/>
              <a:t>19/09/2023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E009B-9E48-4025-891E-024CD736EF96}" type="slidenum">
              <a:rPr lang="en-IE" smtClean="0"/>
              <a:t>‹#›</a:t>
            </a:fld>
            <a:endParaRPr lang="en-IE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850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55F5-8DAE-400C-ADA4-157B9A1915F1}" type="datetimeFigureOut">
              <a:rPr lang="en-IE" smtClean="0"/>
              <a:t>19/09/2023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E009B-9E48-4025-891E-024CD736EF9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67530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55F5-8DAE-400C-ADA4-157B9A1915F1}" type="datetimeFigureOut">
              <a:rPr lang="en-IE" smtClean="0"/>
              <a:t>19/09/2023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E009B-9E48-4025-891E-024CD736EF96}" type="slidenum">
              <a:rPr lang="en-IE" smtClean="0"/>
              <a:t>‹#›</a:t>
            </a:fld>
            <a:endParaRPr lang="en-IE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8430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55F5-8DAE-400C-ADA4-157B9A1915F1}" type="datetimeFigureOut">
              <a:rPr lang="en-IE" smtClean="0"/>
              <a:t>19/09/2023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E009B-9E48-4025-891E-024CD736EF96}" type="slidenum">
              <a:rPr lang="en-IE" smtClean="0"/>
              <a:t>‹#›</a:t>
            </a:fld>
            <a:endParaRPr lang="en-I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5074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55F5-8DAE-400C-ADA4-157B9A1915F1}" type="datetimeFigureOut">
              <a:rPr lang="en-IE" smtClean="0"/>
              <a:t>19/09/2023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E009B-9E48-4025-891E-024CD736EF96}" type="slidenum">
              <a:rPr lang="en-IE" smtClean="0"/>
              <a:t>‹#›</a:t>
            </a:fld>
            <a:endParaRPr lang="en-IE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83805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55F5-8DAE-400C-ADA4-157B9A1915F1}" type="datetimeFigureOut">
              <a:rPr lang="en-IE" smtClean="0"/>
              <a:t>19/09/2023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E009B-9E48-4025-891E-024CD736EF96}" type="slidenum">
              <a:rPr lang="en-IE" smtClean="0"/>
              <a:t>‹#›</a:t>
            </a:fld>
            <a:endParaRPr lang="en-IE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54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21355F5-8DAE-400C-ADA4-157B9A1915F1}" type="datetimeFigureOut">
              <a:rPr lang="en-IE" smtClean="0"/>
              <a:t>19/09/2023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A6E009B-9E48-4025-891E-024CD736EF9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62183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5D7C2-ADE0-4781-BDD3-C5F2C08EF8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Foundation</a:t>
            </a:r>
            <a:br>
              <a:rPr lang="en-IE" dirty="0"/>
            </a:br>
            <a:r>
              <a:rPr lang="en-IE" dirty="0"/>
              <a:t>Research and Study  Skills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24A315-299E-446C-B115-827B119F0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Continuous Assessment</a:t>
            </a:r>
          </a:p>
        </p:txBody>
      </p:sp>
    </p:spTree>
    <p:extLst>
      <p:ext uri="{BB962C8B-B14F-4D97-AF65-F5344CB8AC3E}">
        <p14:creationId xmlns:p14="http://schemas.microsoft.com/office/powerpoint/2010/main" val="1940264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8B2C-9171-4F4B-9735-E28B7A546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2D9C6-672D-4E10-A1BA-2708346A4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E" dirty="0"/>
              <a:t>This module is 50% Continuous Assessment </a:t>
            </a:r>
          </a:p>
          <a:p>
            <a:r>
              <a:rPr lang="en-US" dirty="0"/>
              <a:t>50% Final Exam in January </a:t>
            </a:r>
            <a:endParaRPr lang="en-IE" dirty="0"/>
          </a:p>
          <a:p>
            <a:endParaRPr lang="en-IE" b="1" dirty="0"/>
          </a:p>
          <a:p>
            <a:r>
              <a:rPr lang="en-IE" b="1" dirty="0"/>
              <a:t>CA Breakdown</a:t>
            </a:r>
          </a:p>
          <a:p>
            <a:endParaRPr lang="en-IE" dirty="0"/>
          </a:p>
          <a:p>
            <a:r>
              <a:rPr lang="en-IE" dirty="0"/>
              <a:t>Research Project – Essay   30%</a:t>
            </a:r>
          </a:p>
          <a:p>
            <a:r>
              <a:rPr lang="en-IE" dirty="0"/>
              <a:t>PowerPoint Presentation   20%</a:t>
            </a:r>
          </a:p>
          <a:p>
            <a:endParaRPr lang="en-IE" dirty="0"/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53273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316A1-D1C8-4863-9EAF-00FF7B40E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Research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06363-A8F6-450F-82A3-F3507F6E7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This piece of CA will be a small research project and you will show me your findings in an </a:t>
            </a:r>
            <a:r>
              <a:rPr lang="en-IE" b="1" dirty="0"/>
              <a:t>essay</a:t>
            </a:r>
            <a:r>
              <a:rPr lang="en-IE" dirty="0"/>
              <a:t> and a  </a:t>
            </a:r>
            <a:r>
              <a:rPr lang="en-IE" b="1" dirty="0"/>
              <a:t>PowerPoint presentation</a:t>
            </a:r>
            <a:r>
              <a:rPr lang="en-IE" dirty="0"/>
              <a:t>.</a:t>
            </a:r>
          </a:p>
          <a:p>
            <a:r>
              <a:rPr lang="en-IE" dirty="0"/>
              <a:t>You will deliver the PowerPoint presentation in class</a:t>
            </a:r>
          </a:p>
          <a:p>
            <a:r>
              <a:rPr lang="en-IE" dirty="0"/>
              <a:t>This will be an individual piece of work – not in groups </a:t>
            </a:r>
          </a:p>
          <a:p>
            <a:pPr marL="0" indent="0">
              <a:buNone/>
            </a:pPr>
            <a:r>
              <a:rPr lang="en-I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785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C4C03-2919-48DD-B321-EE03D57EC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Research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0B5E1-6DBA-4A72-AE25-65F15F066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For this project you will choose </a:t>
            </a:r>
            <a:r>
              <a:rPr lang="en-IE" u="sng" dirty="0"/>
              <a:t>one</a:t>
            </a:r>
            <a:r>
              <a:rPr lang="en-IE" dirty="0"/>
              <a:t> </a:t>
            </a:r>
            <a:r>
              <a:rPr lang="en-IE" b="1" dirty="0"/>
              <a:t>Irish City or Town </a:t>
            </a:r>
            <a:r>
              <a:rPr lang="en-IE" dirty="0"/>
              <a:t>and do some research to find out about the city.</a:t>
            </a:r>
          </a:p>
          <a:p>
            <a:r>
              <a:rPr lang="en-US" dirty="0"/>
              <a:t>You will write an essay based on your findings. </a:t>
            </a:r>
            <a:endParaRPr lang="en-IE" dirty="0"/>
          </a:p>
          <a:p>
            <a:r>
              <a:rPr lang="en-IE" dirty="0"/>
              <a:t>You will then prepare a 5 minute minute </a:t>
            </a:r>
            <a:r>
              <a:rPr lang="en-IE" dirty="0" err="1"/>
              <a:t>powerpoint</a:t>
            </a:r>
            <a:r>
              <a:rPr lang="en-IE" dirty="0"/>
              <a:t> presentation on your city. </a:t>
            </a:r>
          </a:p>
          <a:p>
            <a:r>
              <a:rPr lang="en-IE" dirty="0"/>
              <a:t>Some suggestions: Dublin, Galway, Cork, Waterford, Limerick, Belfast, Derry, Kilkenny, Dundalk, Carlingford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89270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C7AC5-2975-459B-B642-4ED32489D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Research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12730-7B35-40DF-9F6F-2B91B3DE5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b="1" dirty="0"/>
              <a:t>Things you might like to find out through your research</a:t>
            </a:r>
            <a:r>
              <a:rPr lang="en-IE" dirty="0"/>
              <a:t>:</a:t>
            </a:r>
          </a:p>
          <a:p>
            <a:r>
              <a:rPr lang="en-IE" dirty="0"/>
              <a:t>The location of the city and important information about its geography (for example population, features such as river, climate)</a:t>
            </a:r>
          </a:p>
          <a:p>
            <a:r>
              <a:rPr lang="en-IE" dirty="0"/>
              <a:t>The name of the city, origins of the name , origins of the city</a:t>
            </a:r>
          </a:p>
          <a:p>
            <a:r>
              <a:rPr lang="en-IE" dirty="0"/>
              <a:t>Culture ( such as food, accent, music, festivals, sports)</a:t>
            </a:r>
          </a:p>
          <a:p>
            <a:r>
              <a:rPr lang="en-IE" dirty="0"/>
              <a:t>Places of interest</a:t>
            </a:r>
          </a:p>
          <a:p>
            <a:r>
              <a:rPr lang="en-IE" dirty="0"/>
              <a:t>Important historical information </a:t>
            </a:r>
          </a:p>
        </p:txBody>
      </p:sp>
    </p:spTree>
    <p:extLst>
      <p:ext uri="{BB962C8B-B14F-4D97-AF65-F5344CB8AC3E}">
        <p14:creationId xmlns:p14="http://schemas.microsoft.com/office/powerpoint/2010/main" val="2084496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CB799-EC8A-475D-815D-1048DFD21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Research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38E83-E8DE-4F20-8B22-7B3E8862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E" dirty="0"/>
              <a:t>Economy / Industry</a:t>
            </a:r>
          </a:p>
          <a:p>
            <a:r>
              <a:rPr lang="en-IE" dirty="0"/>
              <a:t>Notable people – if any</a:t>
            </a:r>
          </a:p>
          <a:p>
            <a:r>
              <a:rPr lang="en-IE" dirty="0"/>
              <a:t>Third level Institutions</a:t>
            </a:r>
          </a:p>
          <a:p>
            <a:r>
              <a:rPr lang="en-IE" b="1" dirty="0"/>
              <a:t>Important: You don’t have to include all these areas in your essay – you can choose some of the areas to write about. </a:t>
            </a:r>
          </a:p>
          <a:p>
            <a:endParaRPr lang="en-IE" b="1" dirty="0"/>
          </a:p>
          <a:p>
            <a:r>
              <a:rPr lang="en-IE" dirty="0"/>
              <a:t>Where will I find the information?</a:t>
            </a:r>
          </a:p>
          <a:p>
            <a:r>
              <a:rPr lang="en-IE" dirty="0"/>
              <a:t>DKIT Library website and you can also research on the internet</a:t>
            </a:r>
          </a:p>
        </p:txBody>
      </p:sp>
    </p:spTree>
    <p:extLst>
      <p:ext uri="{BB962C8B-B14F-4D97-AF65-F5344CB8AC3E}">
        <p14:creationId xmlns:p14="http://schemas.microsoft.com/office/powerpoint/2010/main" val="81735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ECF5E-D930-4B21-A92E-2905E0AA7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Research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D934B-ABDF-4D0F-BE0B-BF7FE461A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E" b="1" dirty="0"/>
              <a:t>This is what you should do while preparing this project</a:t>
            </a:r>
          </a:p>
          <a:p>
            <a:r>
              <a:rPr lang="en-IE" dirty="0"/>
              <a:t>1. Research your chosen topic by reading books and going online.</a:t>
            </a:r>
          </a:p>
          <a:p>
            <a:r>
              <a:rPr lang="en-IE" dirty="0"/>
              <a:t>2. Brainstorm ideas and make a </a:t>
            </a:r>
            <a:r>
              <a:rPr lang="en-IE" b="1" dirty="0" err="1"/>
              <a:t>mindmap</a:t>
            </a:r>
            <a:r>
              <a:rPr lang="en-IE" b="1" dirty="0"/>
              <a:t>.</a:t>
            </a:r>
          </a:p>
          <a:p>
            <a:r>
              <a:rPr lang="en-IE" dirty="0"/>
              <a:t>3. Create an </a:t>
            </a:r>
            <a:r>
              <a:rPr lang="en-IE" b="1" dirty="0"/>
              <a:t>outline plan </a:t>
            </a:r>
            <a:r>
              <a:rPr lang="en-IE" dirty="0"/>
              <a:t>– know what you will include in each section.</a:t>
            </a:r>
          </a:p>
          <a:p>
            <a:r>
              <a:rPr lang="en-US" dirty="0"/>
              <a:t>4. Submit your </a:t>
            </a:r>
            <a:r>
              <a:rPr lang="en-US" b="1" dirty="0"/>
              <a:t>Research Proposal</a:t>
            </a:r>
            <a:r>
              <a:rPr lang="en-US" dirty="0"/>
              <a:t>.</a:t>
            </a:r>
          </a:p>
          <a:p>
            <a:r>
              <a:rPr lang="en-US" dirty="0"/>
              <a:t>5. Write your </a:t>
            </a:r>
            <a:r>
              <a:rPr lang="en-US" b="1" dirty="0"/>
              <a:t>essay</a:t>
            </a:r>
            <a:r>
              <a:rPr lang="en-US" dirty="0"/>
              <a:t> based on your research. </a:t>
            </a:r>
            <a:endParaRPr lang="en-IE" dirty="0"/>
          </a:p>
          <a:p>
            <a:r>
              <a:rPr lang="en-IE" dirty="0"/>
              <a:t>5. Create your </a:t>
            </a:r>
            <a:r>
              <a:rPr lang="en-IE" b="1" dirty="0" err="1"/>
              <a:t>powerpoint</a:t>
            </a:r>
            <a:r>
              <a:rPr lang="en-IE" b="1" dirty="0"/>
              <a:t> presentation</a:t>
            </a:r>
          </a:p>
          <a:p>
            <a:r>
              <a:rPr lang="en-IE" dirty="0"/>
              <a:t>6. </a:t>
            </a:r>
            <a:r>
              <a:rPr lang="en-IE" b="1" dirty="0"/>
              <a:t>Reference</a:t>
            </a:r>
            <a:r>
              <a:rPr lang="en-IE" dirty="0"/>
              <a:t> your material using the Harvard System.</a:t>
            </a:r>
          </a:p>
        </p:txBody>
      </p:sp>
    </p:spTree>
    <p:extLst>
      <p:ext uri="{BB962C8B-B14F-4D97-AF65-F5344CB8AC3E}">
        <p14:creationId xmlns:p14="http://schemas.microsoft.com/office/powerpoint/2010/main" val="3700798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35B9C-C6C9-4029-985B-9DEDB8E0A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Research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F0D81-40E8-481E-9D61-CA73BF440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Submission dates:</a:t>
            </a:r>
          </a:p>
          <a:p>
            <a:r>
              <a:rPr lang="en-IE" b="1" dirty="0"/>
              <a:t>Research proposal</a:t>
            </a:r>
            <a:r>
              <a:rPr lang="en-IE" dirty="0"/>
              <a:t>: Monday 9</a:t>
            </a:r>
            <a:r>
              <a:rPr lang="en-IE" baseline="30000" dirty="0"/>
              <a:t>th</a:t>
            </a:r>
            <a:r>
              <a:rPr lang="en-IE" dirty="0"/>
              <a:t> October </a:t>
            </a:r>
          </a:p>
          <a:p>
            <a:r>
              <a:rPr lang="en-US" dirty="0"/>
              <a:t>Completed Essay: Wed. 8</a:t>
            </a:r>
            <a:r>
              <a:rPr lang="en-US" baseline="30000" dirty="0"/>
              <a:t>th</a:t>
            </a:r>
            <a:r>
              <a:rPr lang="en-US" dirty="0"/>
              <a:t> November</a:t>
            </a:r>
            <a:endParaRPr lang="en-IE" dirty="0"/>
          </a:p>
          <a:p>
            <a:endParaRPr lang="en-IE" dirty="0"/>
          </a:p>
          <a:p>
            <a:r>
              <a:rPr lang="en-IE" dirty="0"/>
              <a:t>Presentations : Dates to be decided 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0593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F4209-7C75-46CD-B20F-B4A6FD1D8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Exam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D9CF1-24EC-4C0B-8437-1D143F214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E" dirty="0"/>
          </a:p>
          <a:p>
            <a:endParaRPr lang="en-IE" dirty="0"/>
          </a:p>
          <a:p>
            <a:r>
              <a:rPr lang="en-IE" b="1" dirty="0"/>
              <a:t>Final  Exam – 50%</a:t>
            </a:r>
            <a:r>
              <a:rPr lang="en-IE" dirty="0"/>
              <a:t> </a:t>
            </a:r>
          </a:p>
          <a:p>
            <a:r>
              <a:rPr lang="en-IE" dirty="0"/>
              <a:t>This will cover all  material discussed in class during the semester</a:t>
            </a:r>
          </a:p>
          <a:p>
            <a:r>
              <a:rPr lang="en-US"/>
              <a:t>Early January 2023</a:t>
            </a:r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043216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61</TotalTime>
  <Words>407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Garamond</vt:lpstr>
      <vt:lpstr>Organic</vt:lpstr>
      <vt:lpstr>Foundation Research and Study  Skills</vt:lpstr>
      <vt:lpstr>CA</vt:lpstr>
      <vt:lpstr>Research Project</vt:lpstr>
      <vt:lpstr>Research Project</vt:lpstr>
      <vt:lpstr>Research Project</vt:lpstr>
      <vt:lpstr>Research Project</vt:lpstr>
      <vt:lpstr>Research Project</vt:lpstr>
      <vt:lpstr>Research Project</vt:lpstr>
      <vt:lpstr>Final Exam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 Research and Study  Skills</dc:title>
  <dc:creator>Andy CArtwright</dc:creator>
  <cp:lastModifiedBy>Tara Kinney</cp:lastModifiedBy>
  <cp:revision>15</cp:revision>
  <dcterms:created xsi:type="dcterms:W3CDTF">2020-10-11T18:53:36Z</dcterms:created>
  <dcterms:modified xsi:type="dcterms:W3CDTF">2023-09-19T08:28:55Z</dcterms:modified>
</cp:coreProperties>
</file>