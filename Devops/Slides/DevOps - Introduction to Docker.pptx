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76A49-7C4A-BBC9-C79B-24CD8798ED0F}" v="868" dt="2022-11-09T09:09:19.728"/>
    <p1510:client id="{6CAE1511-2E19-42D2-977C-6E35E9E0EC0D}" v="1741" dt="2022-11-08T11:38:53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haw" userId="S::shawa@dkit.ie::28537ef5-08dc-41d9-a824-760ea520345f" providerId="AD" clId="Web-{6CAE1511-2E19-42D2-977C-6E35E9E0EC0D}"/>
    <pc:docChg chg="addSld modSld">
      <pc:chgData name="Andrew Shaw" userId="S::shawa@dkit.ie::28537ef5-08dc-41d9-a824-760ea520345f" providerId="AD" clId="Web-{6CAE1511-2E19-42D2-977C-6E35E9E0EC0D}" dt="2022-11-08T11:38:53.825" v="1742" actId="20577"/>
      <pc:docMkLst>
        <pc:docMk/>
      </pc:docMkLst>
      <pc:sldChg chg="modSp">
        <pc:chgData name="Andrew Shaw" userId="S::shawa@dkit.ie::28537ef5-08dc-41d9-a824-760ea520345f" providerId="AD" clId="Web-{6CAE1511-2E19-42D2-977C-6E35E9E0EC0D}" dt="2022-11-08T09:46:19.157" v="6" actId="20577"/>
        <pc:sldMkLst>
          <pc:docMk/>
          <pc:sldMk cId="109857222" sldId="256"/>
        </pc:sldMkLst>
        <pc:spChg chg="mod">
          <ac:chgData name="Andrew Shaw" userId="S::shawa@dkit.ie::28537ef5-08dc-41d9-a824-760ea520345f" providerId="AD" clId="Web-{6CAE1511-2E19-42D2-977C-6E35E9E0EC0D}" dt="2022-11-08T09:45:56.422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Shaw" userId="S::shawa@dkit.ie::28537ef5-08dc-41d9-a824-760ea520345f" providerId="AD" clId="Web-{6CAE1511-2E19-42D2-977C-6E35E9E0EC0D}" dt="2022-11-08T09:46:19.157" v="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new mod setBg">
        <pc:chgData name="Andrew Shaw" userId="S::shawa@dkit.ie::28537ef5-08dc-41d9-a824-760ea520345f" providerId="AD" clId="Web-{6CAE1511-2E19-42D2-977C-6E35E9E0EC0D}" dt="2022-11-08T09:58:17.805" v="95"/>
        <pc:sldMkLst>
          <pc:docMk/>
          <pc:sldMk cId="542185696" sldId="257"/>
        </pc:sldMkLst>
        <pc:spChg chg="mod">
          <ac:chgData name="Andrew Shaw" userId="S::shawa@dkit.ie::28537ef5-08dc-41d9-a824-760ea520345f" providerId="AD" clId="Web-{6CAE1511-2E19-42D2-977C-6E35E9E0EC0D}" dt="2022-11-08T09:58:17.805" v="95"/>
          <ac:spMkLst>
            <pc:docMk/>
            <pc:sldMk cId="542185696" sldId="257"/>
            <ac:spMk id="2" creationId="{F5DD63E8-1670-B26A-409F-7D458582EC3E}"/>
          </ac:spMkLst>
        </pc:spChg>
        <pc:spChg chg="mod">
          <ac:chgData name="Andrew Shaw" userId="S::shawa@dkit.ie::28537ef5-08dc-41d9-a824-760ea520345f" providerId="AD" clId="Web-{6CAE1511-2E19-42D2-977C-6E35E9E0EC0D}" dt="2022-11-08T09:58:17.805" v="95"/>
          <ac:spMkLst>
            <pc:docMk/>
            <pc:sldMk cId="542185696" sldId="257"/>
            <ac:spMk id="3" creationId="{DD9C26E4-AAD2-5068-51C0-3986B4FA8C61}"/>
          </ac:spMkLst>
        </pc:spChg>
        <pc:spChg chg="add">
          <ac:chgData name="Andrew Shaw" userId="S::shawa@dkit.ie::28537ef5-08dc-41d9-a824-760ea520345f" providerId="AD" clId="Web-{6CAE1511-2E19-42D2-977C-6E35E9E0EC0D}" dt="2022-11-08T09:58:17.805" v="95"/>
          <ac:spMkLst>
            <pc:docMk/>
            <pc:sldMk cId="542185696" sldId="257"/>
            <ac:spMk id="9" creationId="{2B566528-1B12-4246-9431-5C2D7D081168}"/>
          </ac:spMkLst>
        </pc:spChg>
        <pc:grpChg chg="add">
          <ac:chgData name="Andrew Shaw" userId="S::shawa@dkit.ie::28537ef5-08dc-41d9-a824-760ea520345f" providerId="AD" clId="Web-{6CAE1511-2E19-42D2-977C-6E35E9E0EC0D}" dt="2022-11-08T09:58:17.805" v="95"/>
          <ac:grpSpMkLst>
            <pc:docMk/>
            <pc:sldMk cId="542185696" sldId="257"/>
            <ac:grpSpMk id="11" creationId="{828A5161-06F1-46CF-8AD7-844680A59E13}"/>
          </ac:grpSpMkLst>
        </pc:grpChg>
        <pc:grpChg chg="add">
          <ac:chgData name="Andrew Shaw" userId="S::shawa@dkit.ie::28537ef5-08dc-41d9-a824-760ea520345f" providerId="AD" clId="Web-{6CAE1511-2E19-42D2-977C-6E35E9E0EC0D}" dt="2022-11-08T09:58:17.805" v="95"/>
          <ac:grpSpMkLst>
            <pc:docMk/>
            <pc:sldMk cId="542185696" sldId="257"/>
            <ac:grpSpMk id="15" creationId="{5995D10D-E9C9-47DB-AE7E-801FEF38F5C9}"/>
          </ac:grpSpMkLst>
        </pc:grpChg>
        <pc:picChg chg="add mod">
          <ac:chgData name="Andrew Shaw" userId="S::shawa@dkit.ie::28537ef5-08dc-41d9-a824-760ea520345f" providerId="AD" clId="Web-{6CAE1511-2E19-42D2-977C-6E35E9E0EC0D}" dt="2022-11-08T09:58:17.805" v="95"/>
          <ac:picMkLst>
            <pc:docMk/>
            <pc:sldMk cId="542185696" sldId="257"/>
            <ac:picMk id="4" creationId="{3D83543C-654C-AFDD-B457-DCF976F831AF}"/>
          </ac:picMkLst>
        </pc:picChg>
      </pc:sldChg>
      <pc:sldChg chg="addSp delSp modSp new mod setBg">
        <pc:chgData name="Andrew Shaw" userId="S::shawa@dkit.ie::28537ef5-08dc-41d9-a824-760ea520345f" providerId="AD" clId="Web-{6CAE1511-2E19-42D2-977C-6E35E9E0EC0D}" dt="2022-11-08T10:01:45.577" v="190"/>
        <pc:sldMkLst>
          <pc:docMk/>
          <pc:sldMk cId="3032070524" sldId="258"/>
        </pc:sldMkLst>
        <pc:spChg chg="mod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2" creationId="{C7982ECC-B6CE-0792-34FF-F521382B7B21}"/>
          </ac:spMkLst>
        </pc:spChg>
        <pc:spChg chg="mod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3" creationId="{78966DA6-5091-EBF7-5B07-E084F9B7D76E}"/>
          </ac:spMkLst>
        </pc:spChg>
        <pc:spChg chg="add del">
          <ac:chgData name="Andrew Shaw" userId="S::shawa@dkit.ie::28537ef5-08dc-41d9-a824-760ea520345f" providerId="AD" clId="Web-{6CAE1511-2E19-42D2-977C-6E35E9E0EC0D}" dt="2022-11-08T10:00:50.841" v="157"/>
          <ac:spMkLst>
            <pc:docMk/>
            <pc:sldMk cId="3032070524" sldId="258"/>
            <ac:spMk id="9" creationId="{47942995-B07F-4636-9A06-C6A104B260A8}"/>
          </ac:spMkLst>
        </pc:spChg>
        <pc:spChg chg="add del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13" creationId="{84D4DDB8-B68F-45B0-9F62-C4279996F672}"/>
          </ac:spMkLst>
        </pc:spChg>
        <pc:spChg chg="add del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15" creationId="{AF2F604E-43BE-4DC3-B983-E071523364F8}"/>
          </ac:spMkLst>
        </pc:spChg>
        <pc:spChg chg="add del">
          <ac:chgData name="Andrew Shaw" userId="S::shawa@dkit.ie::28537ef5-08dc-41d9-a824-760ea520345f" providerId="AD" clId="Web-{6CAE1511-2E19-42D2-977C-6E35E9E0EC0D}" dt="2022-11-08T10:00:50.841" v="157"/>
          <ac:spMkLst>
            <pc:docMk/>
            <pc:sldMk cId="3032070524" sldId="258"/>
            <ac:spMk id="16" creationId="{B81933D1-5615-42C7-9C0B-4EB7105CCE2D}"/>
          </ac:spMkLst>
        </pc:spChg>
        <pc:spChg chg="add del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17" creationId="{08C9B587-E65E-4B52-B37C-ABEBB6E87928}"/>
          </ac:spMkLst>
        </pc:spChg>
        <pc:spChg chg="add del">
          <ac:chgData name="Andrew Shaw" userId="S::shawa@dkit.ie::28537ef5-08dc-41d9-a824-760ea520345f" providerId="AD" clId="Web-{6CAE1511-2E19-42D2-977C-6E35E9E0EC0D}" dt="2022-11-08T10:00:50.841" v="157"/>
          <ac:spMkLst>
            <pc:docMk/>
            <pc:sldMk cId="3032070524" sldId="258"/>
            <ac:spMk id="18" creationId="{19C9EAEA-39D0-4B0E-A0EB-51E7B26740B1}"/>
          </ac:spMkLst>
        </pc:spChg>
        <pc:spChg chg="add del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20" creationId="{5DCB5928-DC7D-4612-9922-441966E15627}"/>
          </ac:spMkLst>
        </pc:spChg>
        <pc:spChg chg="add del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21" creationId="{682C1161-1736-45EC-99B7-33F3CAE9D517}"/>
          </ac:spMkLst>
        </pc:spChg>
        <pc:spChg chg="add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26" creationId="{2B97F24A-32CE-4C1C-A50D-3016B394DCFB}"/>
          </ac:spMkLst>
        </pc:spChg>
        <pc:spChg chg="add">
          <ac:chgData name="Andrew Shaw" userId="S::shawa@dkit.ie::28537ef5-08dc-41d9-a824-760ea520345f" providerId="AD" clId="Web-{6CAE1511-2E19-42D2-977C-6E35E9E0EC0D}" dt="2022-11-08T10:01:45.577" v="190"/>
          <ac:spMkLst>
            <pc:docMk/>
            <pc:sldMk cId="3032070524" sldId="258"/>
            <ac:spMk id="28" creationId="{CD8B4F24-440B-49E9-B85D-733523DC064B}"/>
          </ac:spMkLst>
        </pc:spChg>
        <pc:grpChg chg="add del">
          <ac:chgData name="Andrew Shaw" userId="S::shawa@dkit.ie::28537ef5-08dc-41d9-a824-760ea520345f" providerId="AD" clId="Web-{6CAE1511-2E19-42D2-977C-6E35E9E0EC0D}" dt="2022-11-08T10:00:50.841" v="157"/>
          <ac:grpSpMkLst>
            <pc:docMk/>
            <pc:sldMk cId="3032070524" sldId="258"/>
            <ac:grpSpMk id="11" creationId="{032D8612-31EB-44CF-A1D0-14FD4C705424}"/>
          </ac:grpSpMkLst>
        </pc:grpChg>
        <pc:picChg chg="add mod">
          <ac:chgData name="Andrew Shaw" userId="S::shawa@dkit.ie::28537ef5-08dc-41d9-a824-760ea520345f" providerId="AD" clId="Web-{6CAE1511-2E19-42D2-977C-6E35E9E0EC0D}" dt="2022-11-08T10:01:45.577" v="190"/>
          <ac:picMkLst>
            <pc:docMk/>
            <pc:sldMk cId="3032070524" sldId="258"/>
            <ac:picMk id="4" creationId="{1BDC10AB-3EFC-D8CE-16A7-35591C8E089D}"/>
          </ac:picMkLst>
        </pc:picChg>
      </pc:sldChg>
      <pc:sldChg chg="addSp modSp new mod setBg">
        <pc:chgData name="Andrew Shaw" userId="S::shawa@dkit.ie::28537ef5-08dc-41d9-a824-760ea520345f" providerId="AD" clId="Web-{6CAE1511-2E19-42D2-977C-6E35E9E0EC0D}" dt="2022-11-08T10:19:20.830" v="220"/>
        <pc:sldMkLst>
          <pc:docMk/>
          <pc:sldMk cId="4117128337" sldId="259"/>
        </pc:sldMkLst>
        <pc:spChg chg="mod">
          <ac:chgData name="Andrew Shaw" userId="S::shawa@dkit.ie::28537ef5-08dc-41d9-a824-760ea520345f" providerId="AD" clId="Web-{6CAE1511-2E19-42D2-977C-6E35E9E0EC0D}" dt="2022-11-08T10:19:20.830" v="220"/>
          <ac:spMkLst>
            <pc:docMk/>
            <pc:sldMk cId="4117128337" sldId="259"/>
            <ac:spMk id="2" creationId="{E9BDA505-B86A-939A-5438-774E2A7C7563}"/>
          </ac:spMkLst>
        </pc:spChg>
        <pc:spChg chg="mod">
          <ac:chgData name="Andrew Shaw" userId="S::shawa@dkit.ie::28537ef5-08dc-41d9-a824-760ea520345f" providerId="AD" clId="Web-{6CAE1511-2E19-42D2-977C-6E35E9E0EC0D}" dt="2022-11-08T10:19:20.830" v="220"/>
          <ac:spMkLst>
            <pc:docMk/>
            <pc:sldMk cId="4117128337" sldId="259"/>
            <ac:spMk id="3" creationId="{59CBE585-D7C7-827E-144D-4EE3AC712DD7}"/>
          </ac:spMkLst>
        </pc:spChg>
        <pc:spChg chg="add">
          <ac:chgData name="Andrew Shaw" userId="S::shawa@dkit.ie::28537ef5-08dc-41d9-a824-760ea520345f" providerId="AD" clId="Web-{6CAE1511-2E19-42D2-977C-6E35E9E0EC0D}" dt="2022-11-08T10:19:20.830" v="220"/>
          <ac:spMkLst>
            <pc:docMk/>
            <pc:sldMk cId="4117128337" sldId="259"/>
            <ac:spMk id="9" creationId="{2B97F24A-32CE-4C1C-A50D-3016B394DCFB}"/>
          </ac:spMkLst>
        </pc:spChg>
        <pc:spChg chg="add">
          <ac:chgData name="Andrew Shaw" userId="S::shawa@dkit.ie::28537ef5-08dc-41d9-a824-760ea520345f" providerId="AD" clId="Web-{6CAE1511-2E19-42D2-977C-6E35E9E0EC0D}" dt="2022-11-08T10:19:20.830" v="220"/>
          <ac:spMkLst>
            <pc:docMk/>
            <pc:sldMk cId="4117128337" sldId="259"/>
            <ac:spMk id="11" creationId="{CD8B4F24-440B-49E9-B85D-733523DC064B}"/>
          </ac:spMkLst>
        </pc:spChg>
        <pc:picChg chg="add mod">
          <ac:chgData name="Andrew Shaw" userId="S::shawa@dkit.ie::28537ef5-08dc-41d9-a824-760ea520345f" providerId="AD" clId="Web-{6CAE1511-2E19-42D2-977C-6E35E9E0EC0D}" dt="2022-11-08T10:19:20.830" v="220"/>
          <ac:picMkLst>
            <pc:docMk/>
            <pc:sldMk cId="4117128337" sldId="259"/>
            <ac:picMk id="4" creationId="{6110C260-7086-74D4-A1A5-042CA1C7FEAB}"/>
          </ac:picMkLst>
        </pc:picChg>
      </pc:sldChg>
      <pc:sldChg chg="addSp modSp new mod setBg">
        <pc:chgData name="Andrew Shaw" userId="S::shawa@dkit.ie::28537ef5-08dc-41d9-a824-760ea520345f" providerId="AD" clId="Web-{6CAE1511-2E19-42D2-977C-6E35E9E0EC0D}" dt="2022-11-08T10:34:26.562" v="358"/>
        <pc:sldMkLst>
          <pc:docMk/>
          <pc:sldMk cId="3414865511" sldId="260"/>
        </pc:sldMkLst>
        <pc:spChg chg="mod">
          <ac:chgData name="Andrew Shaw" userId="S::shawa@dkit.ie::28537ef5-08dc-41d9-a824-760ea520345f" providerId="AD" clId="Web-{6CAE1511-2E19-42D2-977C-6E35E9E0EC0D}" dt="2022-11-08T10:34:26.562" v="358"/>
          <ac:spMkLst>
            <pc:docMk/>
            <pc:sldMk cId="3414865511" sldId="260"/>
            <ac:spMk id="2" creationId="{ACB58886-F7B2-A421-08C5-C29D08ED5CBF}"/>
          </ac:spMkLst>
        </pc:spChg>
        <pc:spChg chg="mod">
          <ac:chgData name="Andrew Shaw" userId="S::shawa@dkit.ie::28537ef5-08dc-41d9-a824-760ea520345f" providerId="AD" clId="Web-{6CAE1511-2E19-42D2-977C-6E35E9E0EC0D}" dt="2022-11-08T10:34:26.562" v="358"/>
          <ac:spMkLst>
            <pc:docMk/>
            <pc:sldMk cId="3414865511" sldId="260"/>
            <ac:spMk id="3" creationId="{579D54B4-895E-7129-A287-8A1495EAEBCB}"/>
          </ac:spMkLst>
        </pc:spChg>
        <pc:spChg chg="add">
          <ac:chgData name="Andrew Shaw" userId="S::shawa@dkit.ie::28537ef5-08dc-41d9-a824-760ea520345f" providerId="AD" clId="Web-{6CAE1511-2E19-42D2-977C-6E35E9E0EC0D}" dt="2022-11-08T10:34:26.562" v="358"/>
          <ac:spMkLst>
            <pc:docMk/>
            <pc:sldMk cId="3414865511" sldId="260"/>
            <ac:spMk id="9" creationId="{743AA782-23D1-4521-8CAD-47662984AA08}"/>
          </ac:spMkLst>
        </pc:spChg>
        <pc:spChg chg="add">
          <ac:chgData name="Andrew Shaw" userId="S::shawa@dkit.ie::28537ef5-08dc-41d9-a824-760ea520345f" providerId="AD" clId="Web-{6CAE1511-2E19-42D2-977C-6E35E9E0EC0D}" dt="2022-11-08T10:34:26.562" v="358"/>
          <ac:spMkLst>
            <pc:docMk/>
            <pc:sldMk cId="3414865511" sldId="260"/>
            <ac:spMk id="11" creationId="{71877DBC-BB60-40F0-AC93-2ACDBAAE60CE}"/>
          </ac:spMkLst>
        </pc:spChg>
        <pc:picChg chg="add mod">
          <ac:chgData name="Andrew Shaw" userId="S::shawa@dkit.ie::28537ef5-08dc-41d9-a824-760ea520345f" providerId="AD" clId="Web-{6CAE1511-2E19-42D2-977C-6E35E9E0EC0D}" dt="2022-11-08T10:34:26.562" v="358"/>
          <ac:picMkLst>
            <pc:docMk/>
            <pc:sldMk cId="3414865511" sldId="260"/>
            <ac:picMk id="4" creationId="{6FB65AB1-E36C-A008-3DDF-CBD48FC8FDC8}"/>
          </ac:picMkLst>
        </pc:picChg>
      </pc:sldChg>
      <pc:sldChg chg="addSp delSp modSp new mod setBg">
        <pc:chgData name="Andrew Shaw" userId="S::shawa@dkit.ie::28537ef5-08dc-41d9-a824-760ea520345f" providerId="AD" clId="Web-{6CAE1511-2E19-42D2-977C-6E35E9E0EC0D}" dt="2022-11-08T10:39:26.290" v="479" actId="20577"/>
        <pc:sldMkLst>
          <pc:docMk/>
          <pc:sldMk cId="291991979" sldId="261"/>
        </pc:sldMkLst>
        <pc:spChg chg="mod">
          <ac:chgData name="Andrew Shaw" userId="S::shawa@dkit.ie::28537ef5-08dc-41d9-a824-760ea520345f" providerId="AD" clId="Web-{6CAE1511-2E19-42D2-977C-6E35E9E0EC0D}" dt="2022-11-08T10:39:07.399" v="473"/>
          <ac:spMkLst>
            <pc:docMk/>
            <pc:sldMk cId="291991979" sldId="261"/>
            <ac:spMk id="2" creationId="{5941DC18-5149-F310-2FD7-6CBFA4B2B6A4}"/>
          </ac:spMkLst>
        </pc:spChg>
        <pc:spChg chg="mod ord">
          <ac:chgData name="Andrew Shaw" userId="S::shawa@dkit.ie::28537ef5-08dc-41d9-a824-760ea520345f" providerId="AD" clId="Web-{6CAE1511-2E19-42D2-977C-6E35E9E0EC0D}" dt="2022-11-08T10:39:26.290" v="479" actId="20577"/>
          <ac:spMkLst>
            <pc:docMk/>
            <pc:sldMk cId="291991979" sldId="261"/>
            <ac:spMk id="3" creationId="{48ABA77A-7AC0-67EA-D1CA-597A78E7E469}"/>
          </ac:spMkLst>
        </pc:spChg>
        <pc:spChg chg="add del">
          <ac:chgData name="Andrew Shaw" userId="S::shawa@dkit.ie::28537ef5-08dc-41d9-a824-760ea520345f" providerId="AD" clId="Web-{6CAE1511-2E19-42D2-977C-6E35E9E0EC0D}" dt="2022-11-08T10:39:07.399" v="473"/>
          <ac:spMkLst>
            <pc:docMk/>
            <pc:sldMk cId="291991979" sldId="261"/>
            <ac:spMk id="9" creationId="{FF9B822F-893E-44C8-963C-64F50ACECBB2}"/>
          </ac:spMkLst>
        </pc:spChg>
        <pc:spChg chg="add del">
          <ac:chgData name="Andrew Shaw" userId="S::shawa@dkit.ie::28537ef5-08dc-41d9-a824-760ea520345f" providerId="AD" clId="Web-{6CAE1511-2E19-42D2-977C-6E35E9E0EC0D}" dt="2022-11-08T10:39:07.399" v="473"/>
          <ac:spMkLst>
            <pc:docMk/>
            <pc:sldMk cId="291991979" sldId="261"/>
            <ac:spMk id="11" creationId="{EBF87945-A001-489F-9D9B-7D9435F0B9CA}"/>
          </ac:spMkLst>
        </pc:spChg>
        <pc:spChg chg="add del">
          <ac:chgData name="Andrew Shaw" userId="S::shawa@dkit.ie::28537ef5-08dc-41d9-a824-760ea520345f" providerId="AD" clId="Web-{6CAE1511-2E19-42D2-977C-6E35E9E0EC0D}" dt="2022-11-08T10:39:07.399" v="472"/>
          <ac:spMkLst>
            <pc:docMk/>
            <pc:sldMk cId="291991979" sldId="261"/>
            <ac:spMk id="16" creationId="{36D30126-6314-4A93-B27E-5C66CF781924}"/>
          </ac:spMkLst>
        </pc:spChg>
        <pc:spChg chg="add del">
          <ac:chgData name="Andrew Shaw" userId="S::shawa@dkit.ie::28537ef5-08dc-41d9-a824-760ea520345f" providerId="AD" clId="Web-{6CAE1511-2E19-42D2-977C-6E35E9E0EC0D}" dt="2022-11-08T10:39:07.399" v="472"/>
          <ac:spMkLst>
            <pc:docMk/>
            <pc:sldMk cId="291991979" sldId="261"/>
            <ac:spMk id="18" creationId="{4038CB10-1F5C-4D54-9DF7-12586DE5B007}"/>
          </ac:spMkLst>
        </pc:spChg>
        <pc:spChg chg="add del">
          <ac:chgData name="Andrew Shaw" userId="S::shawa@dkit.ie::28537ef5-08dc-41d9-a824-760ea520345f" providerId="AD" clId="Web-{6CAE1511-2E19-42D2-977C-6E35E9E0EC0D}" dt="2022-11-08T10:39:07.399" v="472"/>
          <ac:spMkLst>
            <pc:docMk/>
            <pc:sldMk cId="291991979" sldId="261"/>
            <ac:spMk id="20" creationId="{73ED6512-6858-4552-B699-9A97FE9A4EA2}"/>
          </ac:spMkLst>
        </pc:spChg>
        <pc:spChg chg="add">
          <ac:chgData name="Andrew Shaw" userId="S::shawa@dkit.ie::28537ef5-08dc-41d9-a824-760ea520345f" providerId="AD" clId="Web-{6CAE1511-2E19-42D2-977C-6E35E9E0EC0D}" dt="2022-11-08T10:39:07.399" v="473"/>
          <ac:spMkLst>
            <pc:docMk/>
            <pc:sldMk cId="291991979" sldId="261"/>
            <ac:spMk id="22" creationId="{2B97F24A-32CE-4C1C-A50D-3016B394DCFB}"/>
          </ac:spMkLst>
        </pc:spChg>
        <pc:spChg chg="add">
          <ac:chgData name="Andrew Shaw" userId="S::shawa@dkit.ie::28537ef5-08dc-41d9-a824-760ea520345f" providerId="AD" clId="Web-{6CAE1511-2E19-42D2-977C-6E35E9E0EC0D}" dt="2022-11-08T10:39:07.399" v="473"/>
          <ac:spMkLst>
            <pc:docMk/>
            <pc:sldMk cId="291991979" sldId="261"/>
            <ac:spMk id="23" creationId="{CD8B4F24-440B-49E9-B85D-733523DC064B}"/>
          </ac:spMkLst>
        </pc:spChg>
        <pc:picChg chg="add del mod">
          <ac:chgData name="Andrew Shaw" userId="S::shawa@dkit.ie::28537ef5-08dc-41d9-a824-760ea520345f" providerId="AD" clId="Web-{6CAE1511-2E19-42D2-977C-6E35E9E0EC0D}" dt="2022-11-08T10:38:34.398" v="469"/>
          <ac:picMkLst>
            <pc:docMk/>
            <pc:sldMk cId="291991979" sldId="261"/>
            <ac:picMk id="4" creationId="{F045893D-9376-2FFE-4ED7-F10B5E521E1A}"/>
          </ac:picMkLst>
        </pc:picChg>
        <pc:picChg chg="add mod ord">
          <ac:chgData name="Andrew Shaw" userId="S::shawa@dkit.ie::28537ef5-08dc-41d9-a824-760ea520345f" providerId="AD" clId="Web-{6CAE1511-2E19-42D2-977C-6E35E9E0EC0D}" dt="2022-11-08T10:39:07.399" v="473"/>
          <ac:picMkLst>
            <pc:docMk/>
            <pc:sldMk cId="291991979" sldId="261"/>
            <ac:picMk id="5" creationId="{31C24460-3A9F-2BA0-3496-7916F119684D}"/>
          </ac:picMkLst>
        </pc:picChg>
      </pc:sldChg>
      <pc:sldChg chg="addSp delSp modSp new">
        <pc:chgData name="Andrew Shaw" userId="S::shawa@dkit.ie::28537ef5-08dc-41d9-a824-760ea520345f" providerId="AD" clId="Web-{6CAE1511-2E19-42D2-977C-6E35E9E0EC0D}" dt="2022-11-08T10:50:13.545" v="769"/>
        <pc:sldMkLst>
          <pc:docMk/>
          <pc:sldMk cId="3251266028" sldId="262"/>
        </pc:sldMkLst>
        <pc:spChg chg="mod">
          <ac:chgData name="Andrew Shaw" userId="S::shawa@dkit.ie::28537ef5-08dc-41d9-a824-760ea520345f" providerId="AD" clId="Web-{6CAE1511-2E19-42D2-977C-6E35E9E0EC0D}" dt="2022-11-08T10:42:33.140" v="485" actId="20577"/>
          <ac:spMkLst>
            <pc:docMk/>
            <pc:sldMk cId="3251266028" sldId="262"/>
            <ac:spMk id="2" creationId="{40DBC4FC-B4D4-72A4-64CB-03F2C2336498}"/>
          </ac:spMkLst>
        </pc:spChg>
        <pc:spChg chg="add del mod">
          <ac:chgData name="Andrew Shaw" userId="S::shawa@dkit.ie::28537ef5-08dc-41d9-a824-760ea520345f" providerId="AD" clId="Web-{6CAE1511-2E19-42D2-977C-6E35E9E0EC0D}" dt="2022-11-08T10:50:13.545" v="769"/>
          <ac:spMkLst>
            <pc:docMk/>
            <pc:sldMk cId="3251266028" sldId="262"/>
            <ac:spMk id="3" creationId="{0F213CB9-5EF2-C2EB-AE91-C8423D0FEF0D}"/>
          </ac:spMkLst>
        </pc:spChg>
        <pc:graphicFrameChg chg="add del">
          <ac:chgData name="Andrew Shaw" userId="S::shawa@dkit.ie::28537ef5-08dc-41d9-a824-760ea520345f" providerId="AD" clId="Web-{6CAE1511-2E19-42D2-977C-6E35E9E0EC0D}" dt="2022-11-08T10:50:13.514" v="768"/>
          <ac:graphicFrameMkLst>
            <pc:docMk/>
            <pc:sldMk cId="3251266028" sldId="262"/>
            <ac:graphicFrameMk id="5" creationId="{881351AE-9145-AB0C-F896-65C30DC928DF}"/>
          </ac:graphicFrameMkLst>
        </pc:graphicFrameChg>
        <pc:graphicFrameChg chg="add">
          <ac:chgData name="Andrew Shaw" userId="S::shawa@dkit.ie::28537ef5-08dc-41d9-a824-760ea520345f" providerId="AD" clId="Web-{6CAE1511-2E19-42D2-977C-6E35E9E0EC0D}" dt="2022-11-08T10:50:13.545" v="769"/>
          <ac:graphicFrameMkLst>
            <pc:docMk/>
            <pc:sldMk cId="3251266028" sldId="262"/>
            <ac:graphicFrameMk id="7" creationId="{F91F0F64-C774-7FD4-3B98-74F39289DF70}"/>
          </ac:graphicFrameMkLst>
        </pc:graphicFrameChg>
      </pc:sldChg>
      <pc:sldChg chg="modSp new">
        <pc:chgData name="Andrew Shaw" userId="S::shawa@dkit.ie::28537ef5-08dc-41d9-a824-760ea520345f" providerId="AD" clId="Web-{6CAE1511-2E19-42D2-977C-6E35E9E0EC0D}" dt="2022-11-08T10:58:25.670" v="973" actId="20577"/>
        <pc:sldMkLst>
          <pc:docMk/>
          <pc:sldMk cId="3852161865" sldId="263"/>
        </pc:sldMkLst>
        <pc:spChg chg="mod">
          <ac:chgData name="Andrew Shaw" userId="S::shawa@dkit.ie::28537ef5-08dc-41d9-a824-760ea520345f" providerId="AD" clId="Web-{6CAE1511-2E19-42D2-977C-6E35E9E0EC0D}" dt="2022-11-08T10:55:23.070" v="773" actId="20577"/>
          <ac:spMkLst>
            <pc:docMk/>
            <pc:sldMk cId="3852161865" sldId="263"/>
            <ac:spMk id="2" creationId="{F35CF088-44BB-1398-F87A-BB01DB35261B}"/>
          </ac:spMkLst>
        </pc:spChg>
        <pc:spChg chg="mod">
          <ac:chgData name="Andrew Shaw" userId="S::shawa@dkit.ie::28537ef5-08dc-41d9-a824-760ea520345f" providerId="AD" clId="Web-{6CAE1511-2E19-42D2-977C-6E35E9E0EC0D}" dt="2022-11-08T10:58:25.670" v="973" actId="20577"/>
          <ac:spMkLst>
            <pc:docMk/>
            <pc:sldMk cId="3852161865" sldId="263"/>
            <ac:spMk id="3" creationId="{D2F9B1FF-D2B9-73A7-F325-2FFD426AF2DB}"/>
          </ac:spMkLst>
        </pc:spChg>
      </pc:sldChg>
      <pc:sldChg chg="modSp new">
        <pc:chgData name="Andrew Shaw" userId="S::shawa@dkit.ie::28537ef5-08dc-41d9-a824-760ea520345f" providerId="AD" clId="Web-{6CAE1511-2E19-42D2-977C-6E35E9E0EC0D}" dt="2022-11-08T11:09:40.660" v="1216" actId="20577"/>
        <pc:sldMkLst>
          <pc:docMk/>
          <pc:sldMk cId="228061870" sldId="264"/>
        </pc:sldMkLst>
        <pc:spChg chg="mod">
          <ac:chgData name="Andrew Shaw" userId="S::shawa@dkit.ie::28537ef5-08dc-41d9-a824-760ea520345f" providerId="AD" clId="Web-{6CAE1511-2E19-42D2-977C-6E35E9E0EC0D}" dt="2022-11-08T11:06:44.842" v="989" actId="20577"/>
          <ac:spMkLst>
            <pc:docMk/>
            <pc:sldMk cId="228061870" sldId="264"/>
            <ac:spMk id="2" creationId="{90CA6B61-64D9-9E08-597F-F5FF175EF624}"/>
          </ac:spMkLst>
        </pc:spChg>
        <pc:spChg chg="mod">
          <ac:chgData name="Andrew Shaw" userId="S::shawa@dkit.ie::28537ef5-08dc-41d9-a824-760ea520345f" providerId="AD" clId="Web-{6CAE1511-2E19-42D2-977C-6E35E9E0EC0D}" dt="2022-11-08T11:09:40.660" v="1216" actId="20577"/>
          <ac:spMkLst>
            <pc:docMk/>
            <pc:sldMk cId="228061870" sldId="264"/>
            <ac:spMk id="3" creationId="{7B0C47DE-1C3C-0976-A0EE-1BC0537B243D}"/>
          </ac:spMkLst>
        </pc:spChg>
      </pc:sldChg>
      <pc:sldChg chg="modSp new">
        <pc:chgData name="Andrew Shaw" userId="S::shawa@dkit.ie::28537ef5-08dc-41d9-a824-760ea520345f" providerId="AD" clId="Web-{6CAE1511-2E19-42D2-977C-6E35E9E0EC0D}" dt="2022-11-08T11:36:27.836" v="1596" actId="20577"/>
        <pc:sldMkLst>
          <pc:docMk/>
          <pc:sldMk cId="3775906424" sldId="265"/>
        </pc:sldMkLst>
        <pc:spChg chg="mod">
          <ac:chgData name="Andrew Shaw" userId="S::shawa@dkit.ie::28537ef5-08dc-41d9-a824-760ea520345f" providerId="AD" clId="Web-{6CAE1511-2E19-42D2-977C-6E35E9E0EC0D}" dt="2022-11-08T11:36:27.836" v="1596" actId="20577"/>
          <ac:spMkLst>
            <pc:docMk/>
            <pc:sldMk cId="3775906424" sldId="265"/>
            <ac:spMk id="2" creationId="{DDBDC743-89AD-58A5-D7A4-AD9843FF0052}"/>
          </ac:spMkLst>
        </pc:spChg>
      </pc:sldChg>
      <pc:sldChg chg="modSp new">
        <pc:chgData name="Andrew Shaw" userId="S::shawa@dkit.ie::28537ef5-08dc-41d9-a824-760ea520345f" providerId="AD" clId="Web-{6CAE1511-2E19-42D2-977C-6E35E9E0EC0D}" dt="2022-11-08T11:14:42.623" v="1440" actId="20577"/>
        <pc:sldMkLst>
          <pc:docMk/>
          <pc:sldMk cId="2345697669" sldId="266"/>
        </pc:sldMkLst>
        <pc:spChg chg="mod">
          <ac:chgData name="Andrew Shaw" userId="S::shawa@dkit.ie::28537ef5-08dc-41d9-a824-760ea520345f" providerId="AD" clId="Web-{6CAE1511-2E19-42D2-977C-6E35E9E0EC0D}" dt="2022-11-08T11:11:29.523" v="1226" actId="20577"/>
          <ac:spMkLst>
            <pc:docMk/>
            <pc:sldMk cId="2345697669" sldId="266"/>
            <ac:spMk id="2" creationId="{D8E2529C-0E68-0109-A3A9-0E02FD91B146}"/>
          </ac:spMkLst>
        </pc:spChg>
        <pc:spChg chg="mod">
          <ac:chgData name="Andrew Shaw" userId="S::shawa@dkit.ie::28537ef5-08dc-41d9-a824-760ea520345f" providerId="AD" clId="Web-{6CAE1511-2E19-42D2-977C-6E35E9E0EC0D}" dt="2022-11-08T11:14:42.623" v="1440" actId="20577"/>
          <ac:spMkLst>
            <pc:docMk/>
            <pc:sldMk cId="2345697669" sldId="266"/>
            <ac:spMk id="3" creationId="{30AFCB78-0C10-C624-4BB0-18A601BF90A1}"/>
          </ac:spMkLst>
        </pc:spChg>
      </pc:sldChg>
      <pc:sldChg chg="addSp delSp modSp new mod setBg">
        <pc:chgData name="Andrew Shaw" userId="S::shawa@dkit.ie::28537ef5-08dc-41d9-a824-760ea520345f" providerId="AD" clId="Web-{6CAE1511-2E19-42D2-977C-6E35E9E0EC0D}" dt="2022-11-08T11:33:38.112" v="1579" actId="20577"/>
        <pc:sldMkLst>
          <pc:docMk/>
          <pc:sldMk cId="2084885284" sldId="267"/>
        </pc:sldMkLst>
        <pc:spChg chg="mod">
          <ac:chgData name="Andrew Shaw" userId="S::shawa@dkit.ie::28537ef5-08dc-41d9-a824-760ea520345f" providerId="AD" clId="Web-{6CAE1511-2E19-42D2-977C-6E35E9E0EC0D}" dt="2022-11-08T11:32:24.109" v="1501"/>
          <ac:spMkLst>
            <pc:docMk/>
            <pc:sldMk cId="2084885284" sldId="267"/>
            <ac:spMk id="2" creationId="{3121AF05-ADE3-0CEA-6E47-4DCB7AF7C644}"/>
          </ac:spMkLst>
        </pc:spChg>
        <pc:spChg chg="add del mod">
          <ac:chgData name="Andrew Shaw" userId="S::shawa@dkit.ie::28537ef5-08dc-41d9-a824-760ea520345f" providerId="AD" clId="Web-{6CAE1511-2E19-42D2-977C-6E35E9E0EC0D}" dt="2022-11-08T11:33:38.112" v="1579" actId="20577"/>
          <ac:spMkLst>
            <pc:docMk/>
            <pc:sldMk cId="2084885284" sldId="267"/>
            <ac:spMk id="3" creationId="{DBFABAF1-44CC-886A-1F1E-344A599D12CB}"/>
          </ac:spMkLst>
        </pc:spChg>
        <pc:spChg chg="add">
          <ac:chgData name="Andrew Shaw" userId="S::shawa@dkit.ie::28537ef5-08dc-41d9-a824-760ea520345f" providerId="AD" clId="Web-{6CAE1511-2E19-42D2-977C-6E35E9E0EC0D}" dt="2022-11-08T11:32:24.109" v="1501"/>
          <ac:spMkLst>
            <pc:docMk/>
            <pc:sldMk cId="2084885284" sldId="267"/>
            <ac:spMk id="10" creationId="{5E39A796-BE83-48B1-B33F-35C4A32AAB57}"/>
          </ac:spMkLst>
        </pc:spChg>
        <pc:spChg chg="add">
          <ac:chgData name="Andrew Shaw" userId="S::shawa@dkit.ie::28537ef5-08dc-41d9-a824-760ea520345f" providerId="AD" clId="Web-{6CAE1511-2E19-42D2-977C-6E35E9E0EC0D}" dt="2022-11-08T11:32:24.109" v="1501"/>
          <ac:spMkLst>
            <pc:docMk/>
            <pc:sldMk cId="2084885284" sldId="267"/>
            <ac:spMk id="12" creationId="{72F84B47-E267-4194-8194-831DB7B5547F}"/>
          </ac:spMkLst>
        </pc:spChg>
        <pc:picChg chg="add del mod ord">
          <ac:chgData name="Andrew Shaw" userId="S::shawa@dkit.ie::28537ef5-08dc-41d9-a824-760ea520345f" providerId="AD" clId="Web-{6CAE1511-2E19-42D2-977C-6E35E9E0EC0D}" dt="2022-11-08T11:31:27.173" v="1453"/>
          <ac:picMkLst>
            <pc:docMk/>
            <pc:sldMk cId="2084885284" sldId="267"/>
            <ac:picMk id="4" creationId="{6AA104FA-DD3B-809C-970E-BE6116126734}"/>
          </ac:picMkLst>
        </pc:picChg>
        <pc:picChg chg="add mod">
          <ac:chgData name="Andrew Shaw" userId="S::shawa@dkit.ie::28537ef5-08dc-41d9-a824-760ea520345f" providerId="AD" clId="Web-{6CAE1511-2E19-42D2-977C-6E35E9E0EC0D}" dt="2022-11-08T11:32:24.109" v="1501"/>
          <ac:picMkLst>
            <pc:docMk/>
            <pc:sldMk cId="2084885284" sldId="267"/>
            <ac:picMk id="5" creationId="{05058618-A956-0E04-1598-B32ED263AC0D}"/>
          </ac:picMkLst>
        </pc:picChg>
      </pc:sldChg>
      <pc:sldChg chg="modSp new">
        <pc:chgData name="Andrew Shaw" userId="S::shawa@dkit.ie::28537ef5-08dc-41d9-a824-760ea520345f" providerId="AD" clId="Web-{6CAE1511-2E19-42D2-977C-6E35E9E0EC0D}" dt="2022-11-08T11:38:53.825" v="1742" actId="20577"/>
        <pc:sldMkLst>
          <pc:docMk/>
          <pc:sldMk cId="1502993104" sldId="268"/>
        </pc:sldMkLst>
        <pc:spChg chg="mod">
          <ac:chgData name="Andrew Shaw" userId="S::shawa@dkit.ie::28537ef5-08dc-41d9-a824-760ea520345f" providerId="AD" clId="Web-{6CAE1511-2E19-42D2-977C-6E35E9E0EC0D}" dt="2022-11-08T11:36:38.633" v="1606" actId="20577"/>
          <ac:spMkLst>
            <pc:docMk/>
            <pc:sldMk cId="1502993104" sldId="268"/>
            <ac:spMk id="2" creationId="{24324560-86EA-E2A4-EA61-11B81E5281AA}"/>
          </ac:spMkLst>
        </pc:spChg>
        <pc:spChg chg="mod">
          <ac:chgData name="Andrew Shaw" userId="S::shawa@dkit.ie::28537ef5-08dc-41d9-a824-760ea520345f" providerId="AD" clId="Web-{6CAE1511-2E19-42D2-977C-6E35E9E0EC0D}" dt="2022-11-08T11:38:53.825" v="1742" actId="20577"/>
          <ac:spMkLst>
            <pc:docMk/>
            <pc:sldMk cId="1502993104" sldId="268"/>
            <ac:spMk id="3" creationId="{3400EE5F-ACC1-D43E-8760-7CCDEAB092EB}"/>
          </ac:spMkLst>
        </pc:spChg>
      </pc:sldChg>
    </pc:docChg>
  </pc:docChgLst>
  <pc:docChgLst>
    <pc:chgData name="Andrew Shaw" userId="S::shawa@dkit.ie::28537ef5-08dc-41d9-a824-760ea520345f" providerId="AD" clId="Web-{01076A49-7C4A-BBC9-C79B-24CD8798ED0F}"/>
    <pc:docChg chg="addSld modSld">
      <pc:chgData name="Andrew Shaw" userId="S::shawa@dkit.ie::28537ef5-08dc-41d9-a824-760ea520345f" providerId="AD" clId="Web-{01076A49-7C4A-BBC9-C79B-24CD8798ED0F}" dt="2022-11-09T09:09:22.869" v="890"/>
      <pc:docMkLst>
        <pc:docMk/>
      </pc:docMkLst>
      <pc:sldChg chg="addSp modSp mod setBg addAnim setClrOvrMap">
        <pc:chgData name="Andrew Shaw" userId="S::shawa@dkit.ie::28537ef5-08dc-41d9-a824-760ea520345f" providerId="AD" clId="Web-{01076A49-7C4A-BBC9-C79B-24CD8798ED0F}" dt="2022-11-09T08:12:55.589" v="3"/>
        <pc:sldMkLst>
          <pc:docMk/>
          <pc:sldMk cId="109857222" sldId="256"/>
        </pc:sldMkLst>
        <pc:spChg chg="mod">
          <ac:chgData name="Andrew Shaw" userId="S::shawa@dkit.ie::28537ef5-08dc-41d9-a824-760ea520345f" providerId="AD" clId="Web-{01076A49-7C4A-BBC9-C79B-24CD8798ED0F}" dt="2022-11-09T08:12:55.589" v="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Shaw" userId="S::shawa@dkit.ie::28537ef5-08dc-41d9-a824-760ea520345f" providerId="AD" clId="Web-{01076A49-7C4A-BBC9-C79B-24CD8798ED0F}" dt="2022-11-09T08:12:55.589" v="1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ndrew Shaw" userId="S::shawa@dkit.ie::28537ef5-08dc-41d9-a824-760ea520345f" providerId="AD" clId="Web-{01076A49-7C4A-BBC9-C79B-24CD8798ED0F}" dt="2022-11-09T08:12:55.589" v="1"/>
          <ac:spMkLst>
            <pc:docMk/>
            <pc:sldMk cId="109857222" sldId="256"/>
            <ac:spMk id="9" creationId="{E49CC64F-7275-4E33-961B-0C5CDC439875}"/>
          </ac:spMkLst>
        </pc:spChg>
        <pc:picChg chg="add mod">
          <ac:chgData name="Andrew Shaw" userId="S::shawa@dkit.ie::28537ef5-08dc-41d9-a824-760ea520345f" providerId="AD" clId="Web-{01076A49-7C4A-BBC9-C79B-24CD8798ED0F}" dt="2022-11-09T08:12:55.589" v="1"/>
          <ac:picMkLst>
            <pc:docMk/>
            <pc:sldMk cId="109857222" sldId="256"/>
            <ac:picMk id="4" creationId="{039B8343-F6D8-B205-E391-551DB5CC5FFD}"/>
          </ac:picMkLst>
        </pc:picChg>
      </pc:sldChg>
      <pc:sldChg chg="modSp">
        <pc:chgData name="Andrew Shaw" userId="S::shawa@dkit.ie::28537ef5-08dc-41d9-a824-760ea520345f" providerId="AD" clId="Web-{01076A49-7C4A-BBC9-C79B-24CD8798ED0F}" dt="2022-11-09T08:13:21.449" v="5" actId="20577"/>
        <pc:sldMkLst>
          <pc:docMk/>
          <pc:sldMk cId="542185696" sldId="257"/>
        </pc:sldMkLst>
        <pc:spChg chg="mod">
          <ac:chgData name="Andrew Shaw" userId="S::shawa@dkit.ie::28537ef5-08dc-41d9-a824-760ea520345f" providerId="AD" clId="Web-{01076A49-7C4A-BBC9-C79B-24CD8798ED0F}" dt="2022-11-09T08:13:21.449" v="5" actId="20577"/>
          <ac:spMkLst>
            <pc:docMk/>
            <pc:sldMk cId="542185696" sldId="257"/>
            <ac:spMk id="2" creationId="{F5DD63E8-1670-B26A-409F-7D458582EC3E}"/>
          </ac:spMkLst>
        </pc:spChg>
      </pc:sldChg>
      <pc:sldChg chg="modSp">
        <pc:chgData name="Andrew Shaw" userId="S::shawa@dkit.ie::28537ef5-08dc-41d9-a824-760ea520345f" providerId="AD" clId="Web-{01076A49-7C4A-BBC9-C79B-24CD8798ED0F}" dt="2022-11-09T08:59:08.554" v="858" actId="20577"/>
        <pc:sldMkLst>
          <pc:docMk/>
          <pc:sldMk cId="4117128337" sldId="259"/>
        </pc:sldMkLst>
        <pc:spChg chg="mod">
          <ac:chgData name="Andrew Shaw" userId="S::shawa@dkit.ie::28537ef5-08dc-41d9-a824-760ea520345f" providerId="AD" clId="Web-{01076A49-7C4A-BBC9-C79B-24CD8798ED0F}" dt="2022-11-09T08:59:08.554" v="858" actId="20577"/>
          <ac:spMkLst>
            <pc:docMk/>
            <pc:sldMk cId="4117128337" sldId="259"/>
            <ac:spMk id="3" creationId="{59CBE585-D7C7-827E-144D-4EE3AC712DD7}"/>
          </ac:spMkLst>
        </pc:spChg>
      </pc:sldChg>
      <pc:sldChg chg="addSp delSp modSp mod setBg">
        <pc:chgData name="Andrew Shaw" userId="S::shawa@dkit.ie::28537ef5-08dc-41d9-a824-760ea520345f" providerId="AD" clId="Web-{01076A49-7C4A-BBC9-C79B-24CD8798ED0F}" dt="2022-11-09T09:00:35.197" v="868" actId="20577"/>
        <pc:sldMkLst>
          <pc:docMk/>
          <pc:sldMk cId="3852161865" sldId="263"/>
        </pc:sldMkLst>
        <pc:spChg chg="mod">
          <ac:chgData name="Andrew Shaw" userId="S::shawa@dkit.ie::28537ef5-08dc-41d9-a824-760ea520345f" providerId="AD" clId="Web-{01076A49-7C4A-BBC9-C79B-24CD8798ED0F}" dt="2022-11-09T08:59:36.524" v="861"/>
          <ac:spMkLst>
            <pc:docMk/>
            <pc:sldMk cId="3852161865" sldId="263"/>
            <ac:spMk id="2" creationId="{F35CF088-44BB-1398-F87A-BB01DB35261B}"/>
          </ac:spMkLst>
        </pc:spChg>
        <pc:spChg chg="add del">
          <ac:chgData name="Andrew Shaw" userId="S::shawa@dkit.ie::28537ef5-08dc-41d9-a824-760ea520345f" providerId="AD" clId="Web-{01076A49-7C4A-BBC9-C79B-24CD8798ED0F}" dt="2022-11-09T08:59:36.524" v="861"/>
          <ac:spMkLst>
            <pc:docMk/>
            <pc:sldMk cId="3852161865" sldId="263"/>
            <ac:spMk id="3" creationId="{D2F9B1FF-D2B9-73A7-F325-2FFD426AF2DB}"/>
          </ac:spMkLst>
        </pc:spChg>
        <pc:spChg chg="add del">
          <ac:chgData name="Andrew Shaw" userId="S::shawa@dkit.ie::28537ef5-08dc-41d9-a824-760ea520345f" providerId="AD" clId="Web-{01076A49-7C4A-BBC9-C79B-24CD8798ED0F}" dt="2022-11-09T08:59:36.508" v="860"/>
          <ac:spMkLst>
            <pc:docMk/>
            <pc:sldMk cId="3852161865" sldId="263"/>
            <ac:spMk id="9" creationId="{53B021B3-DE93-4AB7-8A18-CF5F1CED88B8}"/>
          </ac:spMkLst>
        </pc:spChg>
        <pc:spChg chg="add del">
          <ac:chgData name="Andrew Shaw" userId="S::shawa@dkit.ie::28537ef5-08dc-41d9-a824-760ea520345f" providerId="AD" clId="Web-{01076A49-7C4A-BBC9-C79B-24CD8798ED0F}" dt="2022-11-09T08:59:36.508" v="860"/>
          <ac:spMkLst>
            <pc:docMk/>
            <pc:sldMk cId="3852161865" sldId="263"/>
            <ac:spMk id="11" creationId="{52D502E5-F6B4-4D58-B4AE-FC466FF15EE8}"/>
          </ac:spMkLst>
        </pc:spChg>
        <pc:spChg chg="add del">
          <ac:chgData name="Andrew Shaw" userId="S::shawa@dkit.ie::28537ef5-08dc-41d9-a824-760ea520345f" providerId="AD" clId="Web-{01076A49-7C4A-BBC9-C79B-24CD8798ED0F}" dt="2022-11-09T08:59:36.508" v="860"/>
          <ac:spMkLst>
            <pc:docMk/>
            <pc:sldMk cId="3852161865" sldId="263"/>
            <ac:spMk id="13" creationId="{9DECDBF4-02B6-4BB4-B65B-B8107AD6A9E8}"/>
          </ac:spMkLst>
        </pc:spChg>
        <pc:spChg chg="add">
          <ac:chgData name="Andrew Shaw" userId="S::shawa@dkit.ie::28537ef5-08dc-41d9-a824-760ea520345f" providerId="AD" clId="Web-{01076A49-7C4A-BBC9-C79B-24CD8798ED0F}" dt="2022-11-09T08:59:36.524" v="861"/>
          <ac:spMkLst>
            <pc:docMk/>
            <pc:sldMk cId="3852161865" sldId="263"/>
            <ac:spMk id="15" creationId="{2E442304-DDBD-4F7B-8017-36BCC863FB40}"/>
          </ac:spMkLst>
        </pc:spChg>
        <pc:spChg chg="add">
          <ac:chgData name="Andrew Shaw" userId="S::shawa@dkit.ie::28537ef5-08dc-41d9-a824-760ea520345f" providerId="AD" clId="Web-{01076A49-7C4A-BBC9-C79B-24CD8798ED0F}" dt="2022-11-09T08:59:36.524" v="861"/>
          <ac:spMkLst>
            <pc:docMk/>
            <pc:sldMk cId="3852161865" sldId="263"/>
            <ac:spMk id="16" creationId="{5E107275-3853-46FD-A241-DE4355A42675}"/>
          </ac:spMkLst>
        </pc:spChg>
        <pc:graphicFrameChg chg="add del">
          <ac:chgData name="Andrew Shaw" userId="S::shawa@dkit.ie::28537ef5-08dc-41d9-a824-760ea520345f" providerId="AD" clId="Web-{01076A49-7C4A-BBC9-C79B-24CD8798ED0F}" dt="2022-11-09T08:59:36.508" v="860"/>
          <ac:graphicFrameMkLst>
            <pc:docMk/>
            <pc:sldMk cId="3852161865" sldId="263"/>
            <ac:graphicFrameMk id="5" creationId="{3C72C68D-1516-EAEB-635A-6A7C39F8955D}"/>
          </ac:graphicFrameMkLst>
        </pc:graphicFrameChg>
        <pc:graphicFrameChg chg="add modGraphic">
          <ac:chgData name="Andrew Shaw" userId="S::shawa@dkit.ie::28537ef5-08dc-41d9-a824-760ea520345f" providerId="AD" clId="Web-{01076A49-7C4A-BBC9-C79B-24CD8798ED0F}" dt="2022-11-09T09:00:35.197" v="868" actId="20577"/>
          <ac:graphicFrameMkLst>
            <pc:docMk/>
            <pc:sldMk cId="3852161865" sldId="263"/>
            <ac:graphicFrameMk id="17" creationId="{5C438AF5-E9E0-CD4D-C832-D67467823521}"/>
          </ac:graphicFrameMkLst>
        </pc:graphicFrameChg>
      </pc:sldChg>
      <pc:sldChg chg="addSp delSp modSp mod setBg">
        <pc:chgData name="Andrew Shaw" userId="S::shawa@dkit.ie::28537ef5-08dc-41d9-a824-760ea520345f" providerId="AD" clId="Web-{01076A49-7C4A-BBC9-C79B-24CD8798ED0F}" dt="2022-11-09T09:09:22.869" v="890"/>
        <pc:sldMkLst>
          <pc:docMk/>
          <pc:sldMk cId="228061870" sldId="264"/>
        </pc:sldMkLst>
        <pc:spChg chg="mo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2" creationId="{90CA6B61-64D9-9E08-597F-F5FF175EF624}"/>
          </ac:spMkLst>
        </pc:spChg>
        <pc:spChg chg="mo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3" creationId="{7B0C47DE-1C3C-0976-A0EE-1BC0537B243D}"/>
          </ac:spMkLst>
        </pc:spChg>
        <pc:spChg chg="add del">
          <ac:chgData name="Andrew Shaw" userId="S::shawa@dkit.ie::28537ef5-08dc-41d9-a824-760ea520345f" providerId="AD" clId="Web-{01076A49-7C4A-BBC9-C79B-24CD8798ED0F}" dt="2022-11-09T09:03:32.031" v="872"/>
          <ac:spMkLst>
            <pc:docMk/>
            <pc:sldMk cId="228061870" sldId="264"/>
            <ac:spMk id="9" creationId="{2B566528-1B12-4246-9431-5C2D7D081168}"/>
          </ac:spMkLst>
        </pc:spChg>
        <pc:spChg chg="add del">
          <ac:chgData name="Andrew Shaw" userId="S::shawa@dkit.ie::28537ef5-08dc-41d9-a824-760ea520345f" providerId="AD" clId="Web-{01076A49-7C4A-BBC9-C79B-24CD8798ED0F}" dt="2022-11-09T09:06:27.520" v="882"/>
          <ac:spMkLst>
            <pc:docMk/>
            <pc:sldMk cId="228061870" sldId="264"/>
            <ac:spMk id="13" creationId="{8F235346-20CC-4981-B836-23ECF1F4E2A9}"/>
          </ac:spMkLst>
        </pc:spChg>
        <pc:spChg chg="add del">
          <ac:chgData name="Andrew Shaw" userId="S::shawa@dkit.ie::28537ef5-08dc-41d9-a824-760ea520345f" providerId="AD" clId="Web-{01076A49-7C4A-BBC9-C79B-24CD8798ED0F}" dt="2022-11-09T09:06:27.520" v="882"/>
          <ac:spMkLst>
            <pc:docMk/>
            <pc:sldMk cId="228061870" sldId="264"/>
            <ac:spMk id="19" creationId="{477CB8D1-5DCA-4F33-A14D-4098911306D8}"/>
          </ac:spMkLst>
        </pc:spChg>
        <pc:spChg chg="add del">
          <ac:chgData name="Andrew Shaw" userId="S::shawa@dkit.ie::28537ef5-08dc-41d9-a824-760ea520345f" providerId="AD" clId="Web-{01076A49-7C4A-BBC9-C79B-24CD8798ED0F}" dt="2022-11-09T09:06:27.520" v="882"/>
          <ac:spMkLst>
            <pc:docMk/>
            <pc:sldMk cId="228061870" sldId="264"/>
            <ac:spMk id="20" creationId="{2FA7A195-03A4-44AB-A3D8-2507E2C94305}"/>
          </ac:spMkLst>
        </pc:spChg>
        <pc:spChg chg="add del">
          <ac:chgData name="Andrew Shaw" userId="S::shawa@dkit.ie::28537ef5-08dc-41d9-a824-760ea520345f" providerId="AD" clId="Web-{01076A49-7C4A-BBC9-C79B-24CD8798ED0F}" dt="2022-11-09T09:05:58.004" v="877"/>
          <ac:spMkLst>
            <pc:docMk/>
            <pc:sldMk cId="228061870" sldId="264"/>
            <ac:spMk id="25" creationId="{7FF47CB7-972F-479F-A36D-9E72D26EC8DA}"/>
          </ac:spMkLst>
        </pc:spChg>
        <pc:spChg chg="add del">
          <ac:chgData name="Andrew Shaw" userId="S::shawa@dkit.ie::28537ef5-08dc-41d9-a824-760ea520345f" providerId="AD" clId="Web-{01076A49-7C4A-BBC9-C79B-24CD8798ED0F}" dt="2022-11-09T09:05:58.004" v="877"/>
          <ac:spMkLst>
            <pc:docMk/>
            <pc:sldMk cId="228061870" sldId="264"/>
            <ac:spMk id="27" creationId="{0D153B68-5844-490D-8E67-F616D6D721CA}"/>
          </ac:spMkLst>
        </pc:spChg>
        <pc:spChg chg="add del">
          <ac:chgData name="Andrew Shaw" userId="S::shawa@dkit.ie::28537ef5-08dc-41d9-a824-760ea520345f" providerId="AD" clId="Web-{01076A49-7C4A-BBC9-C79B-24CD8798ED0F}" dt="2022-11-09T09:05:58.004" v="877"/>
          <ac:spMkLst>
            <pc:docMk/>
            <pc:sldMk cId="228061870" sldId="264"/>
            <ac:spMk id="29" creationId="{9A0D773F-7A7D-4DBB-9DEA-86BB8B8F4BC8}"/>
          </ac:spMkLst>
        </pc:spChg>
        <pc:spChg chg="add del">
          <ac:chgData name="Andrew Shaw" userId="S::shawa@dkit.ie::28537ef5-08dc-41d9-a824-760ea520345f" providerId="AD" clId="Web-{01076A49-7C4A-BBC9-C79B-24CD8798ED0F}" dt="2022-11-09T09:06:14.207" v="879"/>
          <ac:spMkLst>
            <pc:docMk/>
            <pc:sldMk cId="228061870" sldId="264"/>
            <ac:spMk id="34" creationId="{B6FACB3C-9069-4791-BC5C-0DB7CD19B853}"/>
          </ac:spMkLst>
        </pc:spChg>
        <pc:spChg chg="add del">
          <ac:chgData name="Andrew Shaw" userId="S::shawa@dkit.ie::28537ef5-08dc-41d9-a824-760ea520345f" providerId="AD" clId="Web-{01076A49-7C4A-BBC9-C79B-24CD8798ED0F}" dt="2022-11-09T09:06:14.207" v="879"/>
          <ac:spMkLst>
            <pc:docMk/>
            <pc:sldMk cId="228061870" sldId="264"/>
            <ac:spMk id="35" creationId="{71F2038E-D777-4B76-81DD-DD13EE91B9DD}"/>
          </ac:spMkLst>
        </pc:spChg>
        <pc:spChg chg="add del">
          <ac:chgData name="Andrew Shaw" userId="S::shawa@dkit.ie::28537ef5-08dc-41d9-a824-760ea520345f" providerId="AD" clId="Web-{01076A49-7C4A-BBC9-C79B-24CD8798ED0F}" dt="2022-11-09T09:06:27.520" v="881"/>
          <ac:spMkLst>
            <pc:docMk/>
            <pc:sldMk cId="228061870" sldId="264"/>
            <ac:spMk id="38" creationId="{11C59EDF-5A1E-404D-B55D-8AEA5D8D6D62}"/>
          </ac:spMkLst>
        </pc:spChg>
        <pc:spChg chg="add del">
          <ac:chgData name="Andrew Shaw" userId="S::shawa@dkit.ie::28537ef5-08dc-41d9-a824-760ea520345f" providerId="AD" clId="Web-{01076A49-7C4A-BBC9-C79B-24CD8798ED0F}" dt="2022-11-09T09:06:27.520" v="881"/>
          <ac:spMkLst>
            <pc:docMk/>
            <pc:sldMk cId="228061870" sldId="264"/>
            <ac:spMk id="39" creationId="{FEE0385D-4151-43AA-9C6B-0365E103172D}"/>
          </ac:spMkLst>
        </pc:spChg>
        <pc:spChg chg="add del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41" creationId="{46F7435D-E3DB-47B1-BA61-B00ACC83A9DE}"/>
          </ac:spMkLst>
        </pc:spChg>
        <pc:spChg chg="add del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42" creationId="{F263A0B5-F8C4-4116-809F-78A768EA79A6}"/>
          </ac:spMkLst>
        </pc:spChg>
        <pc:spChg chg="ad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47" creationId="{058A14AF-9FB5-4CC7-BA35-E8E85D3EDF0E}"/>
          </ac:spMkLst>
        </pc:spChg>
        <pc:spChg chg="ad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49" creationId="{3A9A4357-BD1D-4622-A4FE-766E6AB8DE84}"/>
          </ac:spMkLst>
        </pc:spChg>
        <pc:spChg chg="ad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51" creationId="{E659831F-0D9A-4C63-9EBB-8435B85A440F}"/>
          </ac:spMkLst>
        </pc:spChg>
        <pc:spChg chg="add">
          <ac:chgData name="Andrew Shaw" userId="S::shawa@dkit.ie::28537ef5-08dc-41d9-a824-760ea520345f" providerId="AD" clId="Web-{01076A49-7C4A-BBC9-C79B-24CD8798ED0F}" dt="2022-11-09T09:09:22.869" v="890"/>
          <ac:spMkLst>
            <pc:docMk/>
            <pc:sldMk cId="228061870" sldId="264"/>
            <ac:spMk id="53" creationId="{E6995CE5-F890-4ABA-82A2-26507CE8D2A3}"/>
          </ac:spMkLst>
        </pc:spChg>
        <pc:grpChg chg="add del">
          <ac:chgData name="Andrew Shaw" userId="S::shawa@dkit.ie::28537ef5-08dc-41d9-a824-760ea520345f" providerId="AD" clId="Web-{01076A49-7C4A-BBC9-C79B-24CD8798ED0F}" dt="2022-11-09T09:03:32.031" v="872"/>
          <ac:grpSpMkLst>
            <pc:docMk/>
            <pc:sldMk cId="228061870" sldId="264"/>
            <ac:grpSpMk id="11" creationId="{FA366754-A2F4-475B-8217-AB06F5F15F36}"/>
          </ac:grpSpMkLst>
        </pc:grpChg>
        <pc:grpChg chg="add del">
          <ac:chgData name="Andrew Shaw" userId="S::shawa@dkit.ie::28537ef5-08dc-41d9-a824-760ea520345f" providerId="AD" clId="Web-{01076A49-7C4A-BBC9-C79B-24CD8798ED0F}" dt="2022-11-09T09:03:32.031" v="872"/>
          <ac:grpSpMkLst>
            <pc:docMk/>
            <pc:sldMk cId="228061870" sldId="264"/>
            <ac:grpSpMk id="15" creationId="{828A5161-06F1-46CF-8AD7-844680A59E13}"/>
          </ac:grpSpMkLst>
        </pc:grpChg>
        <pc:grpChg chg="add del">
          <ac:chgData name="Andrew Shaw" userId="S::shawa@dkit.ie::28537ef5-08dc-41d9-a824-760ea520345f" providerId="AD" clId="Web-{01076A49-7C4A-BBC9-C79B-24CD8798ED0F}" dt="2022-11-09T09:06:14.207" v="879"/>
          <ac:grpSpMkLst>
            <pc:docMk/>
            <pc:sldMk cId="228061870" sldId="264"/>
            <ac:grpSpMk id="36" creationId="{DD354807-230F-4402-B1B9-F733A8F1F190}"/>
          </ac:grpSpMkLst>
        </pc:grpChg>
        <pc:picChg chg="add del mod">
          <ac:chgData name="Andrew Shaw" userId="S::shawa@dkit.ie::28537ef5-08dc-41d9-a824-760ea520345f" providerId="AD" clId="Web-{01076A49-7C4A-BBC9-C79B-24CD8798ED0F}" dt="2022-11-09T09:05:33.909" v="874"/>
          <ac:picMkLst>
            <pc:docMk/>
            <pc:sldMk cId="228061870" sldId="264"/>
            <ac:picMk id="4" creationId="{1F736290-D7F4-2B4D-40C4-960D392CD029}"/>
          </ac:picMkLst>
        </pc:picChg>
        <pc:picChg chg="add del mod">
          <ac:chgData name="Andrew Shaw" userId="S::shawa@dkit.ie::28537ef5-08dc-41d9-a824-760ea520345f" providerId="AD" clId="Web-{01076A49-7C4A-BBC9-C79B-24CD8798ED0F}" dt="2022-11-09T09:06:47.505" v="883"/>
          <ac:picMkLst>
            <pc:docMk/>
            <pc:sldMk cId="228061870" sldId="264"/>
            <ac:picMk id="5" creationId="{AFA86D95-BB9D-E914-1FE4-63758018CCB5}"/>
          </ac:picMkLst>
        </pc:picChg>
        <pc:picChg chg="add del mod">
          <ac:chgData name="Andrew Shaw" userId="S::shawa@dkit.ie::28537ef5-08dc-41d9-a824-760ea520345f" providerId="AD" clId="Web-{01076A49-7C4A-BBC9-C79B-24CD8798ED0F}" dt="2022-11-09T09:08:54.399" v="885"/>
          <ac:picMkLst>
            <pc:docMk/>
            <pc:sldMk cId="228061870" sldId="264"/>
            <ac:picMk id="6" creationId="{F7D73DDA-5438-E3EE-AC40-98310A865D2E}"/>
          </ac:picMkLst>
        </pc:picChg>
        <pc:picChg chg="add del mod">
          <ac:chgData name="Andrew Shaw" userId="S::shawa@dkit.ie::28537ef5-08dc-41d9-a824-760ea520345f" providerId="AD" clId="Web-{01076A49-7C4A-BBC9-C79B-24CD8798ED0F}" dt="2022-11-09T09:09:06.400" v="887"/>
          <ac:picMkLst>
            <pc:docMk/>
            <pc:sldMk cId="228061870" sldId="264"/>
            <ac:picMk id="7" creationId="{5328E8A4-A6E9-2785-3188-E8190A610D5E}"/>
          </ac:picMkLst>
        </pc:picChg>
        <pc:picChg chg="add mod">
          <ac:chgData name="Andrew Shaw" userId="S::shawa@dkit.ie::28537ef5-08dc-41d9-a824-760ea520345f" providerId="AD" clId="Web-{01076A49-7C4A-BBC9-C79B-24CD8798ED0F}" dt="2022-11-09T09:09:22.869" v="890"/>
          <ac:picMkLst>
            <pc:docMk/>
            <pc:sldMk cId="228061870" sldId="264"/>
            <ac:picMk id="8" creationId="{58C9F336-FFD6-64C3-85E9-2A8D5B74A9C9}"/>
          </ac:picMkLst>
        </pc:picChg>
      </pc:sldChg>
      <pc:sldChg chg="addSp delSp modSp mod setBg">
        <pc:chgData name="Andrew Shaw" userId="S::shawa@dkit.ie::28537ef5-08dc-41d9-a824-760ea520345f" providerId="AD" clId="Web-{01076A49-7C4A-BBC9-C79B-24CD8798ED0F}" dt="2022-11-09T08:18:31.614" v="165"/>
        <pc:sldMkLst>
          <pc:docMk/>
          <pc:sldMk cId="3775906424" sldId="265"/>
        </pc:sldMkLst>
        <pc:spChg chg="mod">
          <ac:chgData name="Andrew Shaw" userId="S::shawa@dkit.ie::28537ef5-08dc-41d9-a824-760ea520345f" providerId="AD" clId="Web-{01076A49-7C4A-BBC9-C79B-24CD8798ED0F}" dt="2022-11-09T08:18:31.614" v="165"/>
          <ac:spMkLst>
            <pc:docMk/>
            <pc:sldMk cId="3775906424" sldId="265"/>
            <ac:spMk id="2" creationId="{DDBDC743-89AD-58A5-D7A4-AD9843FF0052}"/>
          </ac:spMkLst>
        </pc:spChg>
        <pc:spChg chg="mod">
          <ac:chgData name="Andrew Shaw" userId="S::shawa@dkit.ie::28537ef5-08dc-41d9-a824-760ea520345f" providerId="AD" clId="Web-{01076A49-7C4A-BBC9-C79B-24CD8798ED0F}" dt="2022-11-09T08:18:31.614" v="165"/>
          <ac:spMkLst>
            <pc:docMk/>
            <pc:sldMk cId="3775906424" sldId="265"/>
            <ac:spMk id="3" creationId="{7CAE03CA-4FCC-CC42-7B7C-B6CD4D839963}"/>
          </ac:spMkLst>
        </pc:spChg>
        <pc:spChg chg="add del">
          <ac:chgData name="Andrew Shaw" userId="S::shawa@dkit.ie::28537ef5-08dc-41d9-a824-760ea520345f" providerId="AD" clId="Web-{01076A49-7C4A-BBC9-C79B-24CD8798ED0F}" dt="2022-11-09T08:16:29.876" v="76"/>
          <ac:spMkLst>
            <pc:docMk/>
            <pc:sldMk cId="3775906424" sldId="265"/>
            <ac:spMk id="9" creationId="{47942995-B07F-4636-9A06-C6A104B260A8}"/>
          </ac:spMkLst>
        </pc:spChg>
        <pc:spChg chg="add del">
          <ac:chgData name="Andrew Shaw" userId="S::shawa@dkit.ie::28537ef5-08dc-41d9-a824-760ea520345f" providerId="AD" clId="Web-{01076A49-7C4A-BBC9-C79B-24CD8798ED0F}" dt="2022-11-09T08:16:29.876" v="76"/>
          <ac:spMkLst>
            <pc:docMk/>
            <pc:sldMk cId="3775906424" sldId="265"/>
            <ac:spMk id="16" creationId="{B81933D1-5615-42C7-9C0B-4EB7105CCE2D}"/>
          </ac:spMkLst>
        </pc:spChg>
        <pc:spChg chg="add del">
          <ac:chgData name="Andrew Shaw" userId="S::shawa@dkit.ie::28537ef5-08dc-41d9-a824-760ea520345f" providerId="AD" clId="Web-{01076A49-7C4A-BBC9-C79B-24CD8798ED0F}" dt="2022-11-09T08:16:29.876" v="76"/>
          <ac:spMkLst>
            <pc:docMk/>
            <pc:sldMk cId="3775906424" sldId="265"/>
            <ac:spMk id="18" creationId="{19C9EAEA-39D0-4B0E-A0EB-51E7B26740B1}"/>
          </ac:spMkLst>
        </pc:spChg>
        <pc:spChg chg="add del">
          <ac:chgData name="Andrew Shaw" userId="S::shawa@dkit.ie::28537ef5-08dc-41d9-a824-760ea520345f" providerId="AD" clId="Web-{01076A49-7C4A-BBC9-C79B-24CD8798ED0F}" dt="2022-11-09T08:18:31.614" v="165"/>
          <ac:spMkLst>
            <pc:docMk/>
            <pc:sldMk cId="3775906424" sldId="265"/>
            <ac:spMk id="20" creationId="{AB45A142-4255-493C-8284-5D566C121B10}"/>
          </ac:spMkLst>
        </pc:spChg>
        <pc:spChg chg="add">
          <ac:chgData name="Andrew Shaw" userId="S::shawa@dkit.ie::28537ef5-08dc-41d9-a824-760ea520345f" providerId="AD" clId="Web-{01076A49-7C4A-BBC9-C79B-24CD8798ED0F}" dt="2022-11-09T08:18:31.614" v="165"/>
          <ac:spMkLst>
            <pc:docMk/>
            <pc:sldMk cId="3775906424" sldId="265"/>
            <ac:spMk id="26" creationId="{5E39A796-BE83-48B1-B33F-35C4A32AAB57}"/>
          </ac:spMkLst>
        </pc:spChg>
        <pc:spChg chg="add">
          <ac:chgData name="Andrew Shaw" userId="S::shawa@dkit.ie::28537ef5-08dc-41d9-a824-760ea520345f" providerId="AD" clId="Web-{01076A49-7C4A-BBC9-C79B-24CD8798ED0F}" dt="2022-11-09T08:18:31.614" v="165"/>
          <ac:spMkLst>
            <pc:docMk/>
            <pc:sldMk cId="3775906424" sldId="265"/>
            <ac:spMk id="28" creationId="{72F84B47-E267-4194-8194-831DB7B5547F}"/>
          </ac:spMkLst>
        </pc:spChg>
        <pc:grpChg chg="add del">
          <ac:chgData name="Andrew Shaw" userId="S::shawa@dkit.ie::28537ef5-08dc-41d9-a824-760ea520345f" providerId="AD" clId="Web-{01076A49-7C4A-BBC9-C79B-24CD8798ED0F}" dt="2022-11-09T08:16:29.876" v="76"/>
          <ac:grpSpMkLst>
            <pc:docMk/>
            <pc:sldMk cId="3775906424" sldId="265"/>
            <ac:grpSpMk id="11" creationId="{032D8612-31EB-44CF-A1D0-14FD4C705424}"/>
          </ac:grpSpMkLst>
        </pc:grpChg>
        <pc:picChg chg="add mod">
          <ac:chgData name="Andrew Shaw" userId="S::shawa@dkit.ie::28537ef5-08dc-41d9-a824-760ea520345f" providerId="AD" clId="Web-{01076A49-7C4A-BBC9-C79B-24CD8798ED0F}" dt="2022-11-09T08:18:31.614" v="165"/>
          <ac:picMkLst>
            <pc:docMk/>
            <pc:sldMk cId="3775906424" sldId="265"/>
            <ac:picMk id="4" creationId="{FC8DD780-5114-3347-D5A4-452AB5ABBF20}"/>
          </ac:picMkLst>
        </pc:picChg>
        <pc:cxnChg chg="add del">
          <ac:chgData name="Andrew Shaw" userId="S::shawa@dkit.ie::28537ef5-08dc-41d9-a824-760ea520345f" providerId="AD" clId="Web-{01076A49-7C4A-BBC9-C79B-24CD8798ED0F}" dt="2022-11-09T08:18:31.614" v="165"/>
          <ac:cxnSpMkLst>
            <pc:docMk/>
            <pc:sldMk cId="3775906424" sldId="265"/>
            <ac:cxnSpMk id="21" creationId="{38FB9660-F42F-4313-BBC4-47C007FE484C}"/>
          </ac:cxnSpMkLst>
        </pc:cxnChg>
      </pc:sldChg>
      <pc:sldChg chg="addSp delSp modSp mod setBg">
        <pc:chgData name="Andrew Shaw" userId="S::shawa@dkit.ie::28537ef5-08dc-41d9-a824-760ea520345f" providerId="AD" clId="Web-{01076A49-7C4A-BBC9-C79B-24CD8798ED0F}" dt="2022-11-09T08:25:11.392" v="166"/>
        <pc:sldMkLst>
          <pc:docMk/>
          <pc:sldMk cId="1502993104" sldId="268"/>
        </pc:sldMkLst>
        <pc:spChg chg="mod">
          <ac:chgData name="Andrew Shaw" userId="S::shawa@dkit.ie::28537ef5-08dc-41d9-a824-760ea520345f" providerId="AD" clId="Web-{01076A49-7C4A-BBC9-C79B-24CD8798ED0F}" dt="2022-11-09T08:25:11.392" v="166"/>
          <ac:spMkLst>
            <pc:docMk/>
            <pc:sldMk cId="1502993104" sldId="268"/>
            <ac:spMk id="2" creationId="{24324560-86EA-E2A4-EA61-11B81E5281AA}"/>
          </ac:spMkLst>
        </pc:spChg>
        <pc:spChg chg="del mod">
          <ac:chgData name="Andrew Shaw" userId="S::shawa@dkit.ie::28537ef5-08dc-41d9-a824-760ea520345f" providerId="AD" clId="Web-{01076A49-7C4A-BBC9-C79B-24CD8798ED0F}" dt="2022-11-09T08:25:11.392" v="166"/>
          <ac:spMkLst>
            <pc:docMk/>
            <pc:sldMk cId="1502993104" sldId="268"/>
            <ac:spMk id="3" creationId="{3400EE5F-ACC1-D43E-8760-7CCDEAB092EB}"/>
          </ac:spMkLst>
        </pc:spChg>
        <pc:spChg chg="add">
          <ac:chgData name="Andrew Shaw" userId="S::shawa@dkit.ie::28537ef5-08dc-41d9-a824-760ea520345f" providerId="AD" clId="Web-{01076A49-7C4A-BBC9-C79B-24CD8798ED0F}" dt="2022-11-09T08:25:11.392" v="166"/>
          <ac:spMkLst>
            <pc:docMk/>
            <pc:sldMk cId="1502993104" sldId="268"/>
            <ac:spMk id="9" creationId="{53B021B3-DE93-4AB7-8A18-CF5F1CED88B8}"/>
          </ac:spMkLst>
        </pc:spChg>
        <pc:spChg chg="add">
          <ac:chgData name="Andrew Shaw" userId="S::shawa@dkit.ie::28537ef5-08dc-41d9-a824-760ea520345f" providerId="AD" clId="Web-{01076A49-7C4A-BBC9-C79B-24CD8798ED0F}" dt="2022-11-09T08:25:11.392" v="166"/>
          <ac:spMkLst>
            <pc:docMk/>
            <pc:sldMk cId="1502993104" sldId="268"/>
            <ac:spMk id="11" creationId="{52D502E5-F6B4-4D58-B4AE-FC466FF15EE8}"/>
          </ac:spMkLst>
        </pc:spChg>
        <pc:spChg chg="add">
          <ac:chgData name="Andrew Shaw" userId="S::shawa@dkit.ie::28537ef5-08dc-41d9-a824-760ea520345f" providerId="AD" clId="Web-{01076A49-7C4A-BBC9-C79B-24CD8798ED0F}" dt="2022-11-09T08:25:11.392" v="166"/>
          <ac:spMkLst>
            <pc:docMk/>
            <pc:sldMk cId="1502993104" sldId="268"/>
            <ac:spMk id="13" creationId="{9DECDBF4-02B6-4BB4-B65B-B8107AD6A9E8}"/>
          </ac:spMkLst>
        </pc:spChg>
        <pc:graphicFrameChg chg="add">
          <ac:chgData name="Andrew Shaw" userId="S::shawa@dkit.ie::28537ef5-08dc-41d9-a824-760ea520345f" providerId="AD" clId="Web-{01076A49-7C4A-BBC9-C79B-24CD8798ED0F}" dt="2022-11-09T08:25:11.392" v="166"/>
          <ac:graphicFrameMkLst>
            <pc:docMk/>
            <pc:sldMk cId="1502993104" sldId="268"/>
            <ac:graphicFrameMk id="5" creationId="{DF0C4C8E-DA5B-DF34-27E9-71AF009DFDEA}"/>
          </ac:graphicFrameMkLst>
        </pc:graphicFrameChg>
      </pc:sldChg>
      <pc:sldChg chg="modSp new">
        <pc:chgData name="Andrew Shaw" userId="S::shawa@dkit.ie::28537ef5-08dc-41d9-a824-760ea520345f" providerId="AD" clId="Web-{01076A49-7C4A-BBC9-C79B-24CD8798ED0F}" dt="2022-11-09T08:57:13.082" v="808" actId="20577"/>
        <pc:sldMkLst>
          <pc:docMk/>
          <pc:sldMk cId="2177937411" sldId="269"/>
        </pc:sldMkLst>
        <pc:spChg chg="mod">
          <ac:chgData name="Andrew Shaw" userId="S::shawa@dkit.ie::28537ef5-08dc-41d9-a824-760ea520345f" providerId="AD" clId="Web-{01076A49-7C4A-BBC9-C79B-24CD8798ED0F}" dt="2022-11-09T08:25:29.361" v="178" actId="20577"/>
          <ac:spMkLst>
            <pc:docMk/>
            <pc:sldMk cId="2177937411" sldId="269"/>
            <ac:spMk id="2" creationId="{FA5F2C96-CEE7-4B0E-B6E6-8534F83ABBF9}"/>
          </ac:spMkLst>
        </pc:spChg>
        <pc:spChg chg="mod">
          <ac:chgData name="Andrew Shaw" userId="S::shawa@dkit.ie::28537ef5-08dc-41d9-a824-760ea520345f" providerId="AD" clId="Web-{01076A49-7C4A-BBC9-C79B-24CD8798ED0F}" dt="2022-11-09T08:57:13.082" v="808" actId="20577"/>
          <ac:spMkLst>
            <pc:docMk/>
            <pc:sldMk cId="2177937411" sldId="269"/>
            <ac:spMk id="3" creationId="{18A1E40F-C3E6-9AFC-32C8-003397284367}"/>
          </ac:spMkLst>
        </pc:spChg>
      </pc:sldChg>
      <pc:sldChg chg="addSp modSp new mod setBg">
        <pc:chgData name="Andrew Shaw" userId="S::shawa@dkit.ie::28537ef5-08dc-41d9-a824-760ea520345f" providerId="AD" clId="Web-{01076A49-7C4A-BBC9-C79B-24CD8798ED0F}" dt="2022-11-09T08:55:47.048" v="747" actId="20577"/>
        <pc:sldMkLst>
          <pc:docMk/>
          <pc:sldMk cId="3989571629" sldId="270"/>
        </pc:sldMkLst>
        <pc:spChg chg="mod">
          <ac:chgData name="Andrew Shaw" userId="S::shawa@dkit.ie::28537ef5-08dc-41d9-a824-760ea520345f" providerId="AD" clId="Web-{01076A49-7C4A-BBC9-C79B-24CD8798ED0F}" dt="2022-11-09T08:54:52.922" v="737"/>
          <ac:spMkLst>
            <pc:docMk/>
            <pc:sldMk cId="3989571629" sldId="270"/>
            <ac:spMk id="2" creationId="{3E83B200-252A-4438-62F3-DA3F8CAD177D}"/>
          </ac:spMkLst>
        </pc:spChg>
        <pc:spChg chg="mod">
          <ac:chgData name="Andrew Shaw" userId="S::shawa@dkit.ie::28537ef5-08dc-41d9-a824-760ea520345f" providerId="AD" clId="Web-{01076A49-7C4A-BBC9-C79B-24CD8798ED0F}" dt="2022-11-09T08:55:47.048" v="747" actId="20577"/>
          <ac:spMkLst>
            <pc:docMk/>
            <pc:sldMk cId="3989571629" sldId="270"/>
            <ac:spMk id="3" creationId="{CEA2C828-5395-E312-013B-3007C530BC1D}"/>
          </ac:spMkLst>
        </pc:spChg>
        <pc:picChg chg="add">
          <ac:chgData name="Andrew Shaw" userId="S::shawa@dkit.ie::28537ef5-08dc-41d9-a824-760ea520345f" providerId="AD" clId="Web-{01076A49-7C4A-BBC9-C79B-24CD8798ED0F}" dt="2022-11-09T08:54:52.922" v="737"/>
          <ac:picMkLst>
            <pc:docMk/>
            <pc:sldMk cId="3989571629" sldId="270"/>
            <ac:picMk id="5" creationId="{24662CC9-077C-9AAC-0AFA-4936E6BC4E84}"/>
          </ac:picMkLst>
        </pc:picChg>
        <pc:cxnChg chg="add">
          <ac:chgData name="Andrew Shaw" userId="S::shawa@dkit.ie::28537ef5-08dc-41d9-a824-760ea520345f" providerId="AD" clId="Web-{01076A49-7C4A-BBC9-C79B-24CD8798ED0F}" dt="2022-11-09T08:54:52.922" v="737"/>
          <ac:cxnSpMkLst>
            <pc:docMk/>
            <pc:sldMk cId="3989571629" sldId="270"/>
            <ac:cxnSpMk id="9" creationId="{A7F400EE-A8A5-48AF-B4D6-291B52C6F0B0}"/>
          </ac:cxnSpMkLst>
        </pc:cxnChg>
      </pc:sldChg>
      <pc:sldChg chg="addSp modSp new mod setBg">
        <pc:chgData name="Andrew Shaw" userId="S::shawa@dkit.ie::28537ef5-08dc-41d9-a824-760ea520345f" providerId="AD" clId="Web-{01076A49-7C4A-BBC9-C79B-24CD8798ED0F}" dt="2022-11-09T08:54:41.468" v="736"/>
        <pc:sldMkLst>
          <pc:docMk/>
          <pc:sldMk cId="2918403779" sldId="271"/>
        </pc:sldMkLst>
        <pc:spChg chg="mod">
          <ac:chgData name="Andrew Shaw" userId="S::shawa@dkit.ie::28537ef5-08dc-41d9-a824-760ea520345f" providerId="AD" clId="Web-{01076A49-7C4A-BBC9-C79B-24CD8798ED0F}" dt="2022-11-09T08:54:41.468" v="736"/>
          <ac:spMkLst>
            <pc:docMk/>
            <pc:sldMk cId="2918403779" sldId="271"/>
            <ac:spMk id="2" creationId="{524BBA6B-D5E7-6E75-7D4B-B433E0901376}"/>
          </ac:spMkLst>
        </pc:spChg>
        <pc:spChg chg="mod">
          <ac:chgData name="Andrew Shaw" userId="S::shawa@dkit.ie::28537ef5-08dc-41d9-a824-760ea520345f" providerId="AD" clId="Web-{01076A49-7C4A-BBC9-C79B-24CD8798ED0F}" dt="2022-11-09T08:54:41.468" v="736"/>
          <ac:spMkLst>
            <pc:docMk/>
            <pc:sldMk cId="2918403779" sldId="271"/>
            <ac:spMk id="3" creationId="{2C53293E-DCE7-5F59-CF27-2870D358AE7A}"/>
          </ac:spMkLst>
        </pc:spChg>
        <pc:spChg chg="add">
          <ac:chgData name="Andrew Shaw" userId="S::shawa@dkit.ie::28537ef5-08dc-41d9-a824-760ea520345f" providerId="AD" clId="Web-{01076A49-7C4A-BBC9-C79B-24CD8798ED0F}" dt="2022-11-09T08:54:41.468" v="736"/>
          <ac:spMkLst>
            <pc:docMk/>
            <pc:sldMk cId="2918403779" sldId="271"/>
            <ac:spMk id="9" creationId="{45D37F4E-DDB4-456B-97E0-9937730A039F}"/>
          </ac:spMkLst>
        </pc:spChg>
        <pc:spChg chg="add">
          <ac:chgData name="Andrew Shaw" userId="S::shawa@dkit.ie::28537ef5-08dc-41d9-a824-760ea520345f" providerId="AD" clId="Web-{01076A49-7C4A-BBC9-C79B-24CD8798ED0F}" dt="2022-11-09T08:54:41.468" v="736"/>
          <ac:spMkLst>
            <pc:docMk/>
            <pc:sldMk cId="2918403779" sldId="271"/>
            <ac:spMk id="11" creationId="{B2DD41CD-8F47-4F56-AD12-4E2FF7696987}"/>
          </ac:spMkLst>
        </pc:spChg>
        <pc:picChg chg="add mod">
          <ac:chgData name="Andrew Shaw" userId="S::shawa@dkit.ie::28537ef5-08dc-41d9-a824-760ea520345f" providerId="AD" clId="Web-{01076A49-7C4A-BBC9-C79B-24CD8798ED0F}" dt="2022-11-09T08:54:41.468" v="736"/>
          <ac:picMkLst>
            <pc:docMk/>
            <pc:sldMk cId="2918403779" sldId="271"/>
            <ac:picMk id="4" creationId="{07FD2CFB-8149-57B9-8722-036177E14AF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9E4682-E50D-4DDC-A03A-0E62494DF74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7F1B51-E4F5-42CC-AE03-1CBF14ABD3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Docker allows Images to be stored in a Repository.  You can run your own repository but companies also run public repositories.</a:t>
          </a:r>
        </a:p>
      </dgm:t>
    </dgm:pt>
    <dgm:pt modelId="{04C43834-705E-41B6-94DE-49A454343107}" type="parTrans" cxnId="{4C504318-26E3-4FCF-B83C-665E55C6FF31}">
      <dgm:prSet/>
      <dgm:spPr/>
      <dgm:t>
        <a:bodyPr/>
        <a:lstStyle/>
        <a:p>
          <a:endParaRPr lang="en-US"/>
        </a:p>
      </dgm:t>
    </dgm:pt>
    <dgm:pt modelId="{84CF4DB2-660A-4FD1-B4C3-691CCE9928CA}" type="sibTrans" cxnId="{4C504318-26E3-4FCF-B83C-665E55C6FF31}">
      <dgm:prSet/>
      <dgm:spPr/>
      <dgm:t>
        <a:bodyPr/>
        <a:lstStyle/>
        <a:p>
          <a:endParaRPr lang="en-US"/>
        </a:p>
      </dgm:t>
    </dgm:pt>
    <dgm:pt modelId="{FAA855CD-F485-4E8D-AE91-5BB9B8CB5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of the largest public repositories is run by the Docker organisation and is available at: DockerHub.com</a:t>
          </a:r>
        </a:p>
      </dgm:t>
    </dgm:pt>
    <dgm:pt modelId="{67C1DC2D-D1F9-4D66-ABE4-80D30E179D29}" type="parTrans" cxnId="{A9EBFCF3-F645-4886-BC4F-66A87EB70B38}">
      <dgm:prSet/>
      <dgm:spPr/>
      <dgm:t>
        <a:bodyPr/>
        <a:lstStyle/>
        <a:p>
          <a:endParaRPr lang="en-US"/>
        </a:p>
      </dgm:t>
    </dgm:pt>
    <dgm:pt modelId="{A712BD6C-D7E5-4001-914A-B0A0219013A7}" type="sibTrans" cxnId="{A9EBFCF3-F645-4886-BC4F-66A87EB70B38}">
      <dgm:prSet/>
      <dgm:spPr/>
      <dgm:t>
        <a:bodyPr/>
        <a:lstStyle/>
        <a:p>
          <a:endParaRPr lang="en-US"/>
        </a:p>
      </dgm:t>
    </dgm:pt>
    <dgm:pt modelId="{398C743C-435E-4776-89A0-51C7287B60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of the very powerful features of Docker is there are many Docker Images ready to download.</a:t>
          </a:r>
        </a:p>
      </dgm:t>
    </dgm:pt>
    <dgm:pt modelId="{A027C4E3-7092-45DF-BC9F-B67D85CBE3EE}" type="parTrans" cxnId="{0F2F472D-5941-4773-B455-49721D2C95CE}">
      <dgm:prSet/>
      <dgm:spPr/>
      <dgm:t>
        <a:bodyPr/>
        <a:lstStyle/>
        <a:p>
          <a:endParaRPr lang="en-US"/>
        </a:p>
      </dgm:t>
    </dgm:pt>
    <dgm:pt modelId="{75DAE571-2AD9-444B-8954-DBD797C001C5}" type="sibTrans" cxnId="{0F2F472D-5941-4773-B455-49721D2C95CE}">
      <dgm:prSet/>
      <dgm:spPr/>
      <dgm:t>
        <a:bodyPr/>
        <a:lstStyle/>
        <a:p>
          <a:endParaRPr lang="en-US"/>
        </a:p>
      </dgm:t>
    </dgm:pt>
    <dgm:pt modelId="{D2692030-CFDF-4D83-9879-7AEE53BC9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contains thousands of images with software already installed and configured, ready to run as a 'service' in your application.</a:t>
          </a:r>
        </a:p>
      </dgm:t>
    </dgm:pt>
    <dgm:pt modelId="{822807D5-DDD1-4331-B80C-01F4941D1F14}" type="parTrans" cxnId="{3F3552C9-1EA5-4092-A639-FFAE24911BA6}">
      <dgm:prSet/>
      <dgm:spPr/>
      <dgm:t>
        <a:bodyPr/>
        <a:lstStyle/>
        <a:p>
          <a:endParaRPr lang="en-US"/>
        </a:p>
      </dgm:t>
    </dgm:pt>
    <dgm:pt modelId="{D90947CD-1E60-4209-BF05-90018520A511}" type="sibTrans" cxnId="{3F3552C9-1EA5-4092-A639-FFAE24911BA6}">
      <dgm:prSet/>
      <dgm:spPr/>
      <dgm:t>
        <a:bodyPr/>
        <a:lstStyle/>
        <a:p>
          <a:endParaRPr lang="en-US"/>
        </a:p>
      </dgm:t>
    </dgm:pt>
    <dgm:pt modelId="{E8971420-EC6F-4A5B-898B-E2A4114136BA}" type="pres">
      <dgm:prSet presAssocID="{499E4682-E50D-4DDC-A03A-0E62494DF743}" presName="root" presStyleCnt="0">
        <dgm:presLayoutVars>
          <dgm:dir/>
          <dgm:resizeHandles val="exact"/>
        </dgm:presLayoutVars>
      </dgm:prSet>
      <dgm:spPr/>
    </dgm:pt>
    <dgm:pt modelId="{F8C34BF8-827C-467B-B341-8313BA39B698}" type="pres">
      <dgm:prSet presAssocID="{7D7F1B51-E4F5-42CC-AE03-1CBF14ABD35C}" presName="compNode" presStyleCnt="0"/>
      <dgm:spPr/>
    </dgm:pt>
    <dgm:pt modelId="{E254BA07-6EDD-46A0-A172-F0D3DD416DDA}" type="pres">
      <dgm:prSet presAssocID="{7D7F1B51-E4F5-42CC-AE03-1CBF14ABD35C}" presName="bgRect" presStyleLbl="bgShp" presStyleIdx="0" presStyleCnt="4"/>
      <dgm:spPr/>
    </dgm:pt>
    <dgm:pt modelId="{BD146412-0B0A-43DF-BBA1-4CBA6BB141BE}" type="pres">
      <dgm:prSet presAssocID="{7D7F1B51-E4F5-42CC-AE03-1CBF14ABD35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303C404-94ED-462E-AFFA-0246FE2779CF}" type="pres">
      <dgm:prSet presAssocID="{7D7F1B51-E4F5-42CC-AE03-1CBF14ABD35C}" presName="spaceRect" presStyleCnt="0"/>
      <dgm:spPr/>
    </dgm:pt>
    <dgm:pt modelId="{E0C428F4-8F24-4722-A05F-E143BA711539}" type="pres">
      <dgm:prSet presAssocID="{7D7F1B51-E4F5-42CC-AE03-1CBF14ABD35C}" presName="parTx" presStyleLbl="revTx" presStyleIdx="0" presStyleCnt="4">
        <dgm:presLayoutVars>
          <dgm:chMax val="0"/>
          <dgm:chPref val="0"/>
        </dgm:presLayoutVars>
      </dgm:prSet>
      <dgm:spPr/>
    </dgm:pt>
    <dgm:pt modelId="{835F7DAC-4DF3-4B1F-8700-B8D25D0C801D}" type="pres">
      <dgm:prSet presAssocID="{84CF4DB2-660A-4FD1-B4C3-691CCE9928CA}" presName="sibTrans" presStyleCnt="0"/>
      <dgm:spPr/>
    </dgm:pt>
    <dgm:pt modelId="{E9F89B23-C4DF-476E-9B99-22E987548E20}" type="pres">
      <dgm:prSet presAssocID="{FAA855CD-F485-4E8D-AE91-5BB9B8CB5E68}" presName="compNode" presStyleCnt="0"/>
      <dgm:spPr/>
    </dgm:pt>
    <dgm:pt modelId="{4160E613-F14A-4F5A-A28E-087679C1A801}" type="pres">
      <dgm:prSet presAssocID="{FAA855CD-F485-4E8D-AE91-5BB9B8CB5E68}" presName="bgRect" presStyleLbl="bgShp" presStyleIdx="1" presStyleCnt="4"/>
      <dgm:spPr/>
    </dgm:pt>
    <dgm:pt modelId="{0BE38691-2D86-49BC-84FD-877958D44B32}" type="pres">
      <dgm:prSet presAssocID="{FAA855CD-F485-4E8D-AE91-5BB9B8CB5E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BB3269D-2C75-4702-8D88-CF7C6284C713}" type="pres">
      <dgm:prSet presAssocID="{FAA855CD-F485-4E8D-AE91-5BB9B8CB5E68}" presName="spaceRect" presStyleCnt="0"/>
      <dgm:spPr/>
    </dgm:pt>
    <dgm:pt modelId="{C2871E1E-4E6F-41A1-9CDD-F1EBB364C244}" type="pres">
      <dgm:prSet presAssocID="{FAA855CD-F485-4E8D-AE91-5BB9B8CB5E68}" presName="parTx" presStyleLbl="revTx" presStyleIdx="1" presStyleCnt="4">
        <dgm:presLayoutVars>
          <dgm:chMax val="0"/>
          <dgm:chPref val="0"/>
        </dgm:presLayoutVars>
      </dgm:prSet>
      <dgm:spPr/>
    </dgm:pt>
    <dgm:pt modelId="{C045515C-DD15-4968-A578-6E866927C3FB}" type="pres">
      <dgm:prSet presAssocID="{A712BD6C-D7E5-4001-914A-B0A0219013A7}" presName="sibTrans" presStyleCnt="0"/>
      <dgm:spPr/>
    </dgm:pt>
    <dgm:pt modelId="{D30B0561-AA51-44B2-B374-714A4C1BB1EC}" type="pres">
      <dgm:prSet presAssocID="{398C743C-435E-4776-89A0-51C7287B60A8}" presName="compNode" presStyleCnt="0"/>
      <dgm:spPr/>
    </dgm:pt>
    <dgm:pt modelId="{0CF5B05C-899D-40DA-916A-867450497FF7}" type="pres">
      <dgm:prSet presAssocID="{398C743C-435E-4776-89A0-51C7287B60A8}" presName="bgRect" presStyleLbl="bgShp" presStyleIdx="2" presStyleCnt="4"/>
      <dgm:spPr/>
    </dgm:pt>
    <dgm:pt modelId="{5D83E5D4-805A-4C4C-A28C-3987EA746A73}" type="pres">
      <dgm:prSet presAssocID="{398C743C-435E-4776-89A0-51C7287B60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C159BE4-C783-4E32-B4F7-90BDA40E3289}" type="pres">
      <dgm:prSet presAssocID="{398C743C-435E-4776-89A0-51C7287B60A8}" presName="spaceRect" presStyleCnt="0"/>
      <dgm:spPr/>
    </dgm:pt>
    <dgm:pt modelId="{E6DEA670-CC85-4A5A-87FA-6BE3E2E98244}" type="pres">
      <dgm:prSet presAssocID="{398C743C-435E-4776-89A0-51C7287B60A8}" presName="parTx" presStyleLbl="revTx" presStyleIdx="2" presStyleCnt="4">
        <dgm:presLayoutVars>
          <dgm:chMax val="0"/>
          <dgm:chPref val="0"/>
        </dgm:presLayoutVars>
      </dgm:prSet>
      <dgm:spPr/>
    </dgm:pt>
    <dgm:pt modelId="{CB95E50B-5568-4907-9554-3F1A8FF3E787}" type="pres">
      <dgm:prSet presAssocID="{75DAE571-2AD9-444B-8954-DBD797C001C5}" presName="sibTrans" presStyleCnt="0"/>
      <dgm:spPr/>
    </dgm:pt>
    <dgm:pt modelId="{BB4D3728-30F7-4F2F-B230-02B6BE07862C}" type="pres">
      <dgm:prSet presAssocID="{D2692030-CFDF-4D83-9879-7AEE53BC95F2}" presName="compNode" presStyleCnt="0"/>
      <dgm:spPr/>
    </dgm:pt>
    <dgm:pt modelId="{8C0BCB01-D9A2-47F8-A47B-355FD1008054}" type="pres">
      <dgm:prSet presAssocID="{D2692030-CFDF-4D83-9879-7AEE53BC95F2}" presName="bgRect" presStyleLbl="bgShp" presStyleIdx="3" presStyleCnt="4"/>
      <dgm:spPr/>
    </dgm:pt>
    <dgm:pt modelId="{9C5C4195-B031-49FE-896C-E0FDE57A2B5E}" type="pres">
      <dgm:prSet presAssocID="{D2692030-CFDF-4D83-9879-7AEE53BC95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4D7130D-D934-455F-B5FC-15EC51C8F309}" type="pres">
      <dgm:prSet presAssocID="{D2692030-CFDF-4D83-9879-7AEE53BC95F2}" presName="spaceRect" presStyleCnt="0"/>
      <dgm:spPr/>
    </dgm:pt>
    <dgm:pt modelId="{CB7B9401-764D-44F0-A55A-3DE679D5E810}" type="pres">
      <dgm:prSet presAssocID="{D2692030-CFDF-4D83-9879-7AEE53BC95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C504318-26E3-4FCF-B83C-665E55C6FF31}" srcId="{499E4682-E50D-4DDC-A03A-0E62494DF743}" destId="{7D7F1B51-E4F5-42CC-AE03-1CBF14ABD35C}" srcOrd="0" destOrd="0" parTransId="{04C43834-705E-41B6-94DE-49A454343107}" sibTransId="{84CF4DB2-660A-4FD1-B4C3-691CCE9928CA}"/>
    <dgm:cxn modelId="{72156121-AAB9-46BA-B117-CA5185CA142D}" type="presOf" srcId="{D2692030-CFDF-4D83-9879-7AEE53BC95F2}" destId="{CB7B9401-764D-44F0-A55A-3DE679D5E810}" srcOrd="0" destOrd="0" presId="urn:microsoft.com/office/officeart/2018/2/layout/IconVerticalSolidList"/>
    <dgm:cxn modelId="{0F2F472D-5941-4773-B455-49721D2C95CE}" srcId="{499E4682-E50D-4DDC-A03A-0E62494DF743}" destId="{398C743C-435E-4776-89A0-51C7287B60A8}" srcOrd="2" destOrd="0" parTransId="{A027C4E3-7092-45DF-BC9F-B67D85CBE3EE}" sibTransId="{75DAE571-2AD9-444B-8954-DBD797C001C5}"/>
    <dgm:cxn modelId="{C83DCF65-752A-49D1-B00E-3F8369E63852}" type="presOf" srcId="{398C743C-435E-4776-89A0-51C7287B60A8}" destId="{E6DEA670-CC85-4A5A-87FA-6BE3E2E98244}" srcOrd="0" destOrd="0" presId="urn:microsoft.com/office/officeart/2018/2/layout/IconVerticalSolidList"/>
    <dgm:cxn modelId="{28F5DD72-5C62-4823-B265-6EBF312A2094}" type="presOf" srcId="{7D7F1B51-E4F5-42CC-AE03-1CBF14ABD35C}" destId="{E0C428F4-8F24-4722-A05F-E143BA711539}" srcOrd="0" destOrd="0" presId="urn:microsoft.com/office/officeart/2018/2/layout/IconVerticalSolidList"/>
    <dgm:cxn modelId="{85C76AA3-D586-4F2B-BB90-857C5861F27D}" type="presOf" srcId="{499E4682-E50D-4DDC-A03A-0E62494DF743}" destId="{E8971420-EC6F-4A5B-898B-E2A4114136BA}" srcOrd="0" destOrd="0" presId="urn:microsoft.com/office/officeart/2018/2/layout/IconVerticalSolidList"/>
    <dgm:cxn modelId="{3F3552C9-1EA5-4092-A639-FFAE24911BA6}" srcId="{499E4682-E50D-4DDC-A03A-0E62494DF743}" destId="{D2692030-CFDF-4D83-9879-7AEE53BC95F2}" srcOrd="3" destOrd="0" parTransId="{822807D5-DDD1-4331-B80C-01F4941D1F14}" sibTransId="{D90947CD-1E60-4209-BF05-90018520A511}"/>
    <dgm:cxn modelId="{2AAF74D2-63CF-4B8A-9B5F-CF24DF9B7511}" type="presOf" srcId="{FAA855CD-F485-4E8D-AE91-5BB9B8CB5E68}" destId="{C2871E1E-4E6F-41A1-9CDD-F1EBB364C244}" srcOrd="0" destOrd="0" presId="urn:microsoft.com/office/officeart/2018/2/layout/IconVerticalSolidList"/>
    <dgm:cxn modelId="{A9EBFCF3-F645-4886-BC4F-66A87EB70B38}" srcId="{499E4682-E50D-4DDC-A03A-0E62494DF743}" destId="{FAA855CD-F485-4E8D-AE91-5BB9B8CB5E68}" srcOrd="1" destOrd="0" parTransId="{67C1DC2D-D1F9-4D66-ABE4-80D30E179D29}" sibTransId="{A712BD6C-D7E5-4001-914A-B0A0219013A7}"/>
    <dgm:cxn modelId="{38E5C330-29F8-4F6A-9361-9EA8ADAC6E07}" type="presParOf" srcId="{E8971420-EC6F-4A5B-898B-E2A4114136BA}" destId="{F8C34BF8-827C-467B-B341-8313BA39B698}" srcOrd="0" destOrd="0" presId="urn:microsoft.com/office/officeart/2018/2/layout/IconVerticalSolidList"/>
    <dgm:cxn modelId="{B4D01AD2-DDB5-4B23-BD15-172EA379313C}" type="presParOf" srcId="{F8C34BF8-827C-467B-B341-8313BA39B698}" destId="{E254BA07-6EDD-46A0-A172-F0D3DD416DDA}" srcOrd="0" destOrd="0" presId="urn:microsoft.com/office/officeart/2018/2/layout/IconVerticalSolidList"/>
    <dgm:cxn modelId="{75C6C432-E3DF-4237-9F82-9C7836E1FF98}" type="presParOf" srcId="{F8C34BF8-827C-467B-B341-8313BA39B698}" destId="{BD146412-0B0A-43DF-BBA1-4CBA6BB141BE}" srcOrd="1" destOrd="0" presId="urn:microsoft.com/office/officeart/2018/2/layout/IconVerticalSolidList"/>
    <dgm:cxn modelId="{CE83FA9A-1F1E-42A3-9F1A-F188ADEAEC58}" type="presParOf" srcId="{F8C34BF8-827C-467B-B341-8313BA39B698}" destId="{9303C404-94ED-462E-AFFA-0246FE2779CF}" srcOrd="2" destOrd="0" presId="urn:microsoft.com/office/officeart/2018/2/layout/IconVerticalSolidList"/>
    <dgm:cxn modelId="{81DE97DC-C49D-44EF-9705-D28E462A972E}" type="presParOf" srcId="{F8C34BF8-827C-467B-B341-8313BA39B698}" destId="{E0C428F4-8F24-4722-A05F-E143BA711539}" srcOrd="3" destOrd="0" presId="urn:microsoft.com/office/officeart/2018/2/layout/IconVerticalSolidList"/>
    <dgm:cxn modelId="{7EA2E7A2-3416-443B-8E9F-52C89403E7E2}" type="presParOf" srcId="{E8971420-EC6F-4A5B-898B-E2A4114136BA}" destId="{835F7DAC-4DF3-4B1F-8700-B8D25D0C801D}" srcOrd="1" destOrd="0" presId="urn:microsoft.com/office/officeart/2018/2/layout/IconVerticalSolidList"/>
    <dgm:cxn modelId="{0C2F9535-3CCE-4B57-972D-1DD835CB7440}" type="presParOf" srcId="{E8971420-EC6F-4A5B-898B-E2A4114136BA}" destId="{E9F89B23-C4DF-476E-9B99-22E987548E20}" srcOrd="2" destOrd="0" presId="urn:microsoft.com/office/officeart/2018/2/layout/IconVerticalSolidList"/>
    <dgm:cxn modelId="{223DEE3D-0573-47FB-9EEB-C92DC576363F}" type="presParOf" srcId="{E9F89B23-C4DF-476E-9B99-22E987548E20}" destId="{4160E613-F14A-4F5A-A28E-087679C1A801}" srcOrd="0" destOrd="0" presId="urn:microsoft.com/office/officeart/2018/2/layout/IconVerticalSolidList"/>
    <dgm:cxn modelId="{610C723E-0DC7-4C06-B292-0154C8113F51}" type="presParOf" srcId="{E9F89B23-C4DF-476E-9B99-22E987548E20}" destId="{0BE38691-2D86-49BC-84FD-877958D44B32}" srcOrd="1" destOrd="0" presId="urn:microsoft.com/office/officeart/2018/2/layout/IconVerticalSolidList"/>
    <dgm:cxn modelId="{7D7A45A4-391C-4ABD-BC88-9397D8F9A55D}" type="presParOf" srcId="{E9F89B23-C4DF-476E-9B99-22E987548E20}" destId="{FBB3269D-2C75-4702-8D88-CF7C6284C713}" srcOrd="2" destOrd="0" presId="urn:microsoft.com/office/officeart/2018/2/layout/IconVerticalSolidList"/>
    <dgm:cxn modelId="{4192E68B-9E4F-4B5E-B3E9-C0A3BB983B2F}" type="presParOf" srcId="{E9F89B23-C4DF-476E-9B99-22E987548E20}" destId="{C2871E1E-4E6F-41A1-9CDD-F1EBB364C244}" srcOrd="3" destOrd="0" presId="urn:microsoft.com/office/officeart/2018/2/layout/IconVerticalSolidList"/>
    <dgm:cxn modelId="{54D6DD60-69DE-426C-B920-FF51E74661E4}" type="presParOf" srcId="{E8971420-EC6F-4A5B-898B-E2A4114136BA}" destId="{C045515C-DD15-4968-A578-6E866927C3FB}" srcOrd="3" destOrd="0" presId="urn:microsoft.com/office/officeart/2018/2/layout/IconVerticalSolidList"/>
    <dgm:cxn modelId="{222DC83C-553E-40C9-BD16-22115C7DC3E8}" type="presParOf" srcId="{E8971420-EC6F-4A5B-898B-E2A4114136BA}" destId="{D30B0561-AA51-44B2-B374-714A4C1BB1EC}" srcOrd="4" destOrd="0" presId="urn:microsoft.com/office/officeart/2018/2/layout/IconVerticalSolidList"/>
    <dgm:cxn modelId="{3A374274-D0A0-4B90-ACF3-36E67A27CD74}" type="presParOf" srcId="{D30B0561-AA51-44B2-B374-714A4C1BB1EC}" destId="{0CF5B05C-899D-40DA-916A-867450497FF7}" srcOrd="0" destOrd="0" presId="urn:microsoft.com/office/officeart/2018/2/layout/IconVerticalSolidList"/>
    <dgm:cxn modelId="{2510E545-0850-4F83-8A69-DF810BA840F3}" type="presParOf" srcId="{D30B0561-AA51-44B2-B374-714A4C1BB1EC}" destId="{5D83E5D4-805A-4C4C-A28C-3987EA746A73}" srcOrd="1" destOrd="0" presId="urn:microsoft.com/office/officeart/2018/2/layout/IconVerticalSolidList"/>
    <dgm:cxn modelId="{245C8621-7440-4EB8-8E52-A1F89CA29464}" type="presParOf" srcId="{D30B0561-AA51-44B2-B374-714A4C1BB1EC}" destId="{8C159BE4-C783-4E32-B4F7-90BDA40E3289}" srcOrd="2" destOrd="0" presId="urn:microsoft.com/office/officeart/2018/2/layout/IconVerticalSolidList"/>
    <dgm:cxn modelId="{E6BAC504-5AB2-4A30-B494-3B3387D30594}" type="presParOf" srcId="{D30B0561-AA51-44B2-B374-714A4C1BB1EC}" destId="{E6DEA670-CC85-4A5A-87FA-6BE3E2E98244}" srcOrd="3" destOrd="0" presId="urn:microsoft.com/office/officeart/2018/2/layout/IconVerticalSolidList"/>
    <dgm:cxn modelId="{6CD42CB4-1E9A-4512-A97A-C4BC315FB52C}" type="presParOf" srcId="{E8971420-EC6F-4A5B-898B-E2A4114136BA}" destId="{CB95E50B-5568-4907-9554-3F1A8FF3E787}" srcOrd="5" destOrd="0" presId="urn:microsoft.com/office/officeart/2018/2/layout/IconVerticalSolidList"/>
    <dgm:cxn modelId="{4DA01F47-4F1F-4E41-8DE5-C86A177BF61A}" type="presParOf" srcId="{E8971420-EC6F-4A5B-898B-E2A4114136BA}" destId="{BB4D3728-30F7-4F2F-B230-02B6BE07862C}" srcOrd="6" destOrd="0" presId="urn:microsoft.com/office/officeart/2018/2/layout/IconVerticalSolidList"/>
    <dgm:cxn modelId="{C333D74F-7FFA-4E1A-9B0E-EFEC0FB18784}" type="presParOf" srcId="{BB4D3728-30F7-4F2F-B230-02B6BE07862C}" destId="{8C0BCB01-D9A2-47F8-A47B-355FD1008054}" srcOrd="0" destOrd="0" presId="urn:microsoft.com/office/officeart/2018/2/layout/IconVerticalSolidList"/>
    <dgm:cxn modelId="{0704E2D0-AC47-436B-96B5-2A62BE9BA623}" type="presParOf" srcId="{BB4D3728-30F7-4F2F-B230-02B6BE07862C}" destId="{9C5C4195-B031-49FE-896C-E0FDE57A2B5E}" srcOrd="1" destOrd="0" presId="urn:microsoft.com/office/officeart/2018/2/layout/IconVerticalSolidList"/>
    <dgm:cxn modelId="{1EE1FD68-6F05-46CE-8A77-5A55B666744F}" type="presParOf" srcId="{BB4D3728-30F7-4F2F-B230-02B6BE07862C}" destId="{94D7130D-D934-455F-B5FC-15EC51C8F309}" srcOrd="2" destOrd="0" presId="urn:microsoft.com/office/officeart/2018/2/layout/IconVerticalSolidList"/>
    <dgm:cxn modelId="{1F4F265E-BA72-46CE-80F1-102121C6C7A7}" type="presParOf" srcId="{BB4D3728-30F7-4F2F-B230-02B6BE07862C}" destId="{CB7B9401-764D-44F0-A55A-3DE679D5E8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2A1B61-12B5-46D8-BC47-0E55C5DB897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718C2B-FAE7-4588-9249-10341DBAF431}">
      <dgm:prSet/>
      <dgm:spPr/>
      <dgm:t>
        <a:bodyPr/>
        <a:lstStyle/>
        <a:p>
          <a:r>
            <a:rPr lang="en-US" dirty="0"/>
            <a:t>Docker Images and containers can be built individually, using command line tools.</a:t>
          </a:r>
        </a:p>
      </dgm:t>
    </dgm:pt>
    <dgm:pt modelId="{C4BC6F0E-95DB-44CD-8217-431C047C1167}" type="parTrans" cxnId="{1DAD1C6A-3FCD-4F41-B2E1-F227496CDAD4}">
      <dgm:prSet/>
      <dgm:spPr/>
      <dgm:t>
        <a:bodyPr/>
        <a:lstStyle/>
        <a:p>
          <a:endParaRPr lang="en-US"/>
        </a:p>
      </dgm:t>
    </dgm:pt>
    <dgm:pt modelId="{EC48292A-1CC7-48EE-8DBD-1B87486DF80B}" type="sibTrans" cxnId="{1DAD1C6A-3FCD-4F41-B2E1-F227496CDAD4}">
      <dgm:prSet/>
      <dgm:spPr/>
      <dgm:t>
        <a:bodyPr/>
        <a:lstStyle/>
        <a:p>
          <a:endParaRPr lang="en-US"/>
        </a:p>
      </dgm:t>
    </dgm:pt>
    <dgm:pt modelId="{2176BA49-09F3-4D62-B9D5-1511B7797C31}">
      <dgm:prSet/>
      <dgm:spPr/>
      <dgm:t>
        <a:bodyPr/>
        <a:lstStyle/>
        <a:p>
          <a:pPr rtl="0"/>
          <a:r>
            <a:rPr lang="en-US" dirty="0"/>
            <a:t>However, this can become tedious when we</a:t>
          </a:r>
          <a:r>
            <a:rPr lang="en-US" dirty="0">
              <a:latin typeface="Calibri Light" panose="020F0302020204030204"/>
            </a:rPr>
            <a:t> need</a:t>
          </a:r>
          <a:r>
            <a:rPr lang="en-US" dirty="0"/>
            <a:t> to start multiple containers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 every time we want to start our application.</a:t>
          </a:r>
        </a:p>
      </dgm:t>
    </dgm:pt>
    <dgm:pt modelId="{B2850705-D77A-49C0-9A87-01A5E922F347}" type="parTrans" cxnId="{E37D29E0-A80D-4320-862F-910F2A5CDE4B}">
      <dgm:prSet/>
      <dgm:spPr/>
      <dgm:t>
        <a:bodyPr/>
        <a:lstStyle/>
        <a:p>
          <a:endParaRPr lang="en-US"/>
        </a:p>
      </dgm:t>
    </dgm:pt>
    <dgm:pt modelId="{86724A19-40B4-4EE3-996F-82800D6FCCC5}" type="sibTrans" cxnId="{E37D29E0-A80D-4320-862F-910F2A5CDE4B}">
      <dgm:prSet/>
      <dgm:spPr/>
      <dgm:t>
        <a:bodyPr/>
        <a:lstStyle/>
        <a:p>
          <a:endParaRPr lang="en-US"/>
        </a:p>
      </dgm:t>
    </dgm:pt>
    <dgm:pt modelId="{A30A7604-65B5-4D50-9A94-5363760D1411}">
      <dgm:prSet/>
      <dgm:spPr/>
      <dgm:t>
        <a:bodyPr/>
        <a:lstStyle/>
        <a:p>
          <a:r>
            <a:rPr lang="en-US" dirty="0"/>
            <a:t>To prevent this, Docker has a scripting language which allows us to define our environment once and then run it as a single command.</a:t>
          </a:r>
        </a:p>
      </dgm:t>
    </dgm:pt>
    <dgm:pt modelId="{B5278C29-5034-4A66-8FBA-DB175479D1FC}" type="parTrans" cxnId="{4C797002-EE29-46C2-AF23-EA6A9FCEC2F3}">
      <dgm:prSet/>
      <dgm:spPr/>
      <dgm:t>
        <a:bodyPr/>
        <a:lstStyle/>
        <a:p>
          <a:endParaRPr lang="en-US"/>
        </a:p>
      </dgm:t>
    </dgm:pt>
    <dgm:pt modelId="{2EDD5D1A-0811-4511-B048-8C64A72BE615}" type="sibTrans" cxnId="{4C797002-EE29-46C2-AF23-EA6A9FCEC2F3}">
      <dgm:prSet/>
      <dgm:spPr/>
      <dgm:t>
        <a:bodyPr/>
        <a:lstStyle/>
        <a:p>
          <a:endParaRPr lang="en-US"/>
        </a:p>
      </dgm:t>
    </dgm:pt>
    <dgm:pt modelId="{35FF14C0-1CF7-4D55-9135-F18C707996F7}">
      <dgm:prSet/>
      <dgm:spPr/>
      <dgm:t>
        <a:bodyPr/>
        <a:lstStyle/>
        <a:p>
          <a:r>
            <a:rPr lang="en-US" dirty="0"/>
            <a:t>This tool is called Docker Compose.  We will use this to start and stop our environment in the lab.</a:t>
          </a:r>
        </a:p>
      </dgm:t>
    </dgm:pt>
    <dgm:pt modelId="{F950DD0F-DF46-4C07-A59A-66FDC60DCF69}" type="parTrans" cxnId="{44329865-2E09-4198-84A8-4FE85C790F76}">
      <dgm:prSet/>
      <dgm:spPr/>
      <dgm:t>
        <a:bodyPr/>
        <a:lstStyle/>
        <a:p>
          <a:endParaRPr lang="en-US"/>
        </a:p>
      </dgm:t>
    </dgm:pt>
    <dgm:pt modelId="{51E923EC-F843-4A96-B642-63D2ADE8AAD7}" type="sibTrans" cxnId="{44329865-2E09-4198-84A8-4FE85C790F76}">
      <dgm:prSet/>
      <dgm:spPr/>
      <dgm:t>
        <a:bodyPr/>
        <a:lstStyle/>
        <a:p>
          <a:endParaRPr lang="en-US"/>
        </a:p>
      </dgm:t>
    </dgm:pt>
    <dgm:pt modelId="{A655404B-A9C3-489F-80BF-72264E00089B}" type="pres">
      <dgm:prSet presAssocID="{5A2A1B61-12B5-46D8-BC47-0E55C5DB897C}" presName="vert0" presStyleCnt="0">
        <dgm:presLayoutVars>
          <dgm:dir/>
          <dgm:animOne val="branch"/>
          <dgm:animLvl val="lvl"/>
        </dgm:presLayoutVars>
      </dgm:prSet>
      <dgm:spPr/>
    </dgm:pt>
    <dgm:pt modelId="{C56835AF-BBAE-4FC9-AA98-A404B45A7D9C}" type="pres">
      <dgm:prSet presAssocID="{3F718C2B-FAE7-4588-9249-10341DBAF431}" presName="thickLine" presStyleLbl="alignNode1" presStyleIdx="0" presStyleCnt="4"/>
      <dgm:spPr/>
    </dgm:pt>
    <dgm:pt modelId="{A6ECD880-6851-4F38-BB1C-134BFFAD756C}" type="pres">
      <dgm:prSet presAssocID="{3F718C2B-FAE7-4588-9249-10341DBAF431}" presName="horz1" presStyleCnt="0"/>
      <dgm:spPr/>
    </dgm:pt>
    <dgm:pt modelId="{0D9E6B6E-55D1-422A-AD0D-1059484C47BF}" type="pres">
      <dgm:prSet presAssocID="{3F718C2B-FAE7-4588-9249-10341DBAF431}" presName="tx1" presStyleLbl="revTx" presStyleIdx="0" presStyleCnt="4"/>
      <dgm:spPr/>
    </dgm:pt>
    <dgm:pt modelId="{5F7CC3BF-C2DC-41F3-B27B-7BF5A8C8252C}" type="pres">
      <dgm:prSet presAssocID="{3F718C2B-FAE7-4588-9249-10341DBAF431}" presName="vert1" presStyleCnt="0"/>
      <dgm:spPr/>
    </dgm:pt>
    <dgm:pt modelId="{C145E6AA-A4AD-4061-BDCA-E5CCEEDBF42D}" type="pres">
      <dgm:prSet presAssocID="{2176BA49-09F3-4D62-B9D5-1511B7797C31}" presName="thickLine" presStyleLbl="alignNode1" presStyleIdx="1" presStyleCnt="4"/>
      <dgm:spPr/>
    </dgm:pt>
    <dgm:pt modelId="{CD3F5C72-C496-45B6-A705-A954A5A599FE}" type="pres">
      <dgm:prSet presAssocID="{2176BA49-09F3-4D62-B9D5-1511B7797C31}" presName="horz1" presStyleCnt="0"/>
      <dgm:spPr/>
    </dgm:pt>
    <dgm:pt modelId="{44BADF48-3920-4739-887E-1D1397B56B6C}" type="pres">
      <dgm:prSet presAssocID="{2176BA49-09F3-4D62-B9D5-1511B7797C31}" presName="tx1" presStyleLbl="revTx" presStyleIdx="1" presStyleCnt="4"/>
      <dgm:spPr/>
    </dgm:pt>
    <dgm:pt modelId="{88EA558F-8E95-455C-8486-6A113FA48F49}" type="pres">
      <dgm:prSet presAssocID="{2176BA49-09F3-4D62-B9D5-1511B7797C31}" presName="vert1" presStyleCnt="0"/>
      <dgm:spPr/>
    </dgm:pt>
    <dgm:pt modelId="{13478436-A3CE-4917-9C09-1BA250168C59}" type="pres">
      <dgm:prSet presAssocID="{A30A7604-65B5-4D50-9A94-5363760D1411}" presName="thickLine" presStyleLbl="alignNode1" presStyleIdx="2" presStyleCnt="4"/>
      <dgm:spPr/>
    </dgm:pt>
    <dgm:pt modelId="{C4212546-A295-409E-A617-A663EFD6F696}" type="pres">
      <dgm:prSet presAssocID="{A30A7604-65B5-4D50-9A94-5363760D1411}" presName="horz1" presStyleCnt="0"/>
      <dgm:spPr/>
    </dgm:pt>
    <dgm:pt modelId="{9BAB2FFC-C646-4D9D-8CA4-48BEDF49BC21}" type="pres">
      <dgm:prSet presAssocID="{A30A7604-65B5-4D50-9A94-5363760D1411}" presName="tx1" presStyleLbl="revTx" presStyleIdx="2" presStyleCnt="4"/>
      <dgm:spPr/>
    </dgm:pt>
    <dgm:pt modelId="{BB9549C8-49E3-4347-A5A2-F852F10D5B38}" type="pres">
      <dgm:prSet presAssocID="{A30A7604-65B5-4D50-9A94-5363760D1411}" presName="vert1" presStyleCnt="0"/>
      <dgm:spPr/>
    </dgm:pt>
    <dgm:pt modelId="{053A7B99-9D38-4D77-827B-BF2284C0F041}" type="pres">
      <dgm:prSet presAssocID="{35FF14C0-1CF7-4D55-9135-F18C707996F7}" presName="thickLine" presStyleLbl="alignNode1" presStyleIdx="3" presStyleCnt="4"/>
      <dgm:spPr/>
    </dgm:pt>
    <dgm:pt modelId="{9CCE34D7-B26B-40DC-B304-576474729C73}" type="pres">
      <dgm:prSet presAssocID="{35FF14C0-1CF7-4D55-9135-F18C707996F7}" presName="horz1" presStyleCnt="0"/>
      <dgm:spPr/>
    </dgm:pt>
    <dgm:pt modelId="{B5077129-1D77-4D43-8DD3-0FFB645B0E42}" type="pres">
      <dgm:prSet presAssocID="{35FF14C0-1CF7-4D55-9135-F18C707996F7}" presName="tx1" presStyleLbl="revTx" presStyleIdx="3" presStyleCnt="4"/>
      <dgm:spPr/>
    </dgm:pt>
    <dgm:pt modelId="{934BEC3E-1FBE-40A8-A091-06D1DF6DD920}" type="pres">
      <dgm:prSet presAssocID="{35FF14C0-1CF7-4D55-9135-F18C707996F7}" presName="vert1" presStyleCnt="0"/>
      <dgm:spPr/>
    </dgm:pt>
  </dgm:ptLst>
  <dgm:cxnLst>
    <dgm:cxn modelId="{3A803902-A335-4F4D-92A5-FC67B4F9E49B}" type="presOf" srcId="{3F718C2B-FAE7-4588-9249-10341DBAF431}" destId="{0D9E6B6E-55D1-422A-AD0D-1059484C47BF}" srcOrd="0" destOrd="0" presId="urn:microsoft.com/office/officeart/2008/layout/LinedList"/>
    <dgm:cxn modelId="{4C797002-EE29-46C2-AF23-EA6A9FCEC2F3}" srcId="{5A2A1B61-12B5-46D8-BC47-0E55C5DB897C}" destId="{A30A7604-65B5-4D50-9A94-5363760D1411}" srcOrd="2" destOrd="0" parTransId="{B5278C29-5034-4A66-8FBA-DB175479D1FC}" sibTransId="{2EDD5D1A-0811-4511-B048-8C64A72BE615}"/>
    <dgm:cxn modelId="{D07D3C2A-CD00-4080-92B6-55B167B6C728}" type="presOf" srcId="{5A2A1B61-12B5-46D8-BC47-0E55C5DB897C}" destId="{A655404B-A9C3-489F-80BF-72264E00089B}" srcOrd="0" destOrd="0" presId="urn:microsoft.com/office/officeart/2008/layout/LinedList"/>
    <dgm:cxn modelId="{44329865-2E09-4198-84A8-4FE85C790F76}" srcId="{5A2A1B61-12B5-46D8-BC47-0E55C5DB897C}" destId="{35FF14C0-1CF7-4D55-9135-F18C707996F7}" srcOrd="3" destOrd="0" parTransId="{F950DD0F-DF46-4C07-A59A-66FDC60DCF69}" sibTransId="{51E923EC-F843-4A96-B642-63D2ADE8AAD7}"/>
    <dgm:cxn modelId="{1DAD1C6A-3FCD-4F41-B2E1-F227496CDAD4}" srcId="{5A2A1B61-12B5-46D8-BC47-0E55C5DB897C}" destId="{3F718C2B-FAE7-4588-9249-10341DBAF431}" srcOrd="0" destOrd="0" parTransId="{C4BC6F0E-95DB-44CD-8217-431C047C1167}" sibTransId="{EC48292A-1CC7-48EE-8DBD-1B87486DF80B}"/>
    <dgm:cxn modelId="{BA3AA957-1886-4B29-8580-CE7CE776DB70}" type="presOf" srcId="{2176BA49-09F3-4D62-B9D5-1511B7797C31}" destId="{44BADF48-3920-4739-887E-1D1397B56B6C}" srcOrd="0" destOrd="0" presId="urn:microsoft.com/office/officeart/2008/layout/LinedList"/>
    <dgm:cxn modelId="{8913228A-2EF5-4DEE-8381-1C30AC95EF29}" type="presOf" srcId="{A30A7604-65B5-4D50-9A94-5363760D1411}" destId="{9BAB2FFC-C646-4D9D-8CA4-48BEDF49BC21}" srcOrd="0" destOrd="0" presId="urn:microsoft.com/office/officeart/2008/layout/LinedList"/>
    <dgm:cxn modelId="{E37D29E0-A80D-4320-862F-910F2A5CDE4B}" srcId="{5A2A1B61-12B5-46D8-BC47-0E55C5DB897C}" destId="{2176BA49-09F3-4D62-B9D5-1511B7797C31}" srcOrd="1" destOrd="0" parTransId="{B2850705-D77A-49C0-9A87-01A5E922F347}" sibTransId="{86724A19-40B4-4EE3-996F-82800D6FCCC5}"/>
    <dgm:cxn modelId="{70BC32EB-EC10-4823-8BEA-B87F2289BC9A}" type="presOf" srcId="{35FF14C0-1CF7-4D55-9135-F18C707996F7}" destId="{B5077129-1D77-4D43-8DD3-0FFB645B0E42}" srcOrd="0" destOrd="0" presId="urn:microsoft.com/office/officeart/2008/layout/LinedList"/>
    <dgm:cxn modelId="{3A64306E-6C35-4EB2-9786-2296818F276C}" type="presParOf" srcId="{A655404B-A9C3-489F-80BF-72264E00089B}" destId="{C56835AF-BBAE-4FC9-AA98-A404B45A7D9C}" srcOrd="0" destOrd="0" presId="urn:microsoft.com/office/officeart/2008/layout/LinedList"/>
    <dgm:cxn modelId="{320027B5-489F-482B-B7AA-2D63A6B18612}" type="presParOf" srcId="{A655404B-A9C3-489F-80BF-72264E00089B}" destId="{A6ECD880-6851-4F38-BB1C-134BFFAD756C}" srcOrd="1" destOrd="0" presId="urn:microsoft.com/office/officeart/2008/layout/LinedList"/>
    <dgm:cxn modelId="{7BBDB9AE-5741-41CC-87ED-E358A76A5B33}" type="presParOf" srcId="{A6ECD880-6851-4F38-BB1C-134BFFAD756C}" destId="{0D9E6B6E-55D1-422A-AD0D-1059484C47BF}" srcOrd="0" destOrd="0" presId="urn:microsoft.com/office/officeart/2008/layout/LinedList"/>
    <dgm:cxn modelId="{78172F5F-F1ED-44B1-B635-F0C71A30866B}" type="presParOf" srcId="{A6ECD880-6851-4F38-BB1C-134BFFAD756C}" destId="{5F7CC3BF-C2DC-41F3-B27B-7BF5A8C8252C}" srcOrd="1" destOrd="0" presId="urn:microsoft.com/office/officeart/2008/layout/LinedList"/>
    <dgm:cxn modelId="{C09F81B4-8C5A-415A-AA3F-7F88C7622D53}" type="presParOf" srcId="{A655404B-A9C3-489F-80BF-72264E00089B}" destId="{C145E6AA-A4AD-4061-BDCA-E5CCEEDBF42D}" srcOrd="2" destOrd="0" presId="urn:microsoft.com/office/officeart/2008/layout/LinedList"/>
    <dgm:cxn modelId="{F3AD33F7-3B5E-485D-AC55-103C113A910A}" type="presParOf" srcId="{A655404B-A9C3-489F-80BF-72264E00089B}" destId="{CD3F5C72-C496-45B6-A705-A954A5A599FE}" srcOrd="3" destOrd="0" presId="urn:microsoft.com/office/officeart/2008/layout/LinedList"/>
    <dgm:cxn modelId="{22D143DB-EDE9-4D49-A6EC-825BA9BF725D}" type="presParOf" srcId="{CD3F5C72-C496-45B6-A705-A954A5A599FE}" destId="{44BADF48-3920-4739-887E-1D1397B56B6C}" srcOrd="0" destOrd="0" presId="urn:microsoft.com/office/officeart/2008/layout/LinedList"/>
    <dgm:cxn modelId="{106466BD-CFD4-4B03-92E4-282F5D0EC7F9}" type="presParOf" srcId="{CD3F5C72-C496-45B6-A705-A954A5A599FE}" destId="{88EA558F-8E95-455C-8486-6A113FA48F49}" srcOrd="1" destOrd="0" presId="urn:microsoft.com/office/officeart/2008/layout/LinedList"/>
    <dgm:cxn modelId="{CFC73B22-A4CD-4E9B-A51F-9337A75EA6F4}" type="presParOf" srcId="{A655404B-A9C3-489F-80BF-72264E00089B}" destId="{13478436-A3CE-4917-9C09-1BA250168C59}" srcOrd="4" destOrd="0" presId="urn:microsoft.com/office/officeart/2008/layout/LinedList"/>
    <dgm:cxn modelId="{5B9E8A19-53AA-4568-B3EC-573D417D445F}" type="presParOf" srcId="{A655404B-A9C3-489F-80BF-72264E00089B}" destId="{C4212546-A295-409E-A617-A663EFD6F696}" srcOrd="5" destOrd="0" presId="urn:microsoft.com/office/officeart/2008/layout/LinedList"/>
    <dgm:cxn modelId="{895E2882-6838-492D-861C-93E4253985D7}" type="presParOf" srcId="{C4212546-A295-409E-A617-A663EFD6F696}" destId="{9BAB2FFC-C646-4D9D-8CA4-48BEDF49BC21}" srcOrd="0" destOrd="0" presId="urn:microsoft.com/office/officeart/2008/layout/LinedList"/>
    <dgm:cxn modelId="{4A2504C0-CD1F-4CCD-BCC5-7723F0E00418}" type="presParOf" srcId="{C4212546-A295-409E-A617-A663EFD6F696}" destId="{BB9549C8-49E3-4347-A5A2-F852F10D5B38}" srcOrd="1" destOrd="0" presId="urn:microsoft.com/office/officeart/2008/layout/LinedList"/>
    <dgm:cxn modelId="{B3E9EDAA-DF72-44A8-8421-7921D626D859}" type="presParOf" srcId="{A655404B-A9C3-489F-80BF-72264E00089B}" destId="{053A7B99-9D38-4D77-827B-BF2284C0F041}" srcOrd="6" destOrd="0" presId="urn:microsoft.com/office/officeart/2008/layout/LinedList"/>
    <dgm:cxn modelId="{E8E0277C-27AF-45AB-A2BE-D1FBFF337425}" type="presParOf" srcId="{A655404B-A9C3-489F-80BF-72264E00089B}" destId="{9CCE34D7-B26B-40DC-B304-576474729C73}" srcOrd="7" destOrd="0" presId="urn:microsoft.com/office/officeart/2008/layout/LinedList"/>
    <dgm:cxn modelId="{F6CA212B-B7C8-4861-B534-B04CBDCF50DF}" type="presParOf" srcId="{9CCE34D7-B26B-40DC-B304-576474729C73}" destId="{B5077129-1D77-4D43-8DD3-0FFB645B0E42}" srcOrd="0" destOrd="0" presId="urn:microsoft.com/office/officeart/2008/layout/LinedList"/>
    <dgm:cxn modelId="{0390C206-64BE-492A-AACC-72E43EBDF778}" type="presParOf" srcId="{9CCE34D7-B26B-40DC-B304-576474729C73}" destId="{934BEC3E-1FBE-40A8-A091-06D1DF6DD9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81D2FA-8C08-4418-B59C-3FC44540F8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F66471D-E3B8-49FD-A5ED-309A0D3011FB}">
      <dgm:prSet/>
      <dgm:spPr/>
      <dgm:t>
        <a:bodyPr/>
        <a:lstStyle/>
        <a:p>
          <a:r>
            <a:rPr lang="en-US"/>
            <a:t>When we are developing our containers or when we want to examine them we need to connect directly.</a:t>
          </a:r>
        </a:p>
      </dgm:t>
    </dgm:pt>
    <dgm:pt modelId="{273DB086-2CD4-4384-AE44-73CE598C6DDF}" type="parTrans" cxnId="{05642525-F9CE-49A0-981D-49BF26903E5D}">
      <dgm:prSet/>
      <dgm:spPr/>
      <dgm:t>
        <a:bodyPr/>
        <a:lstStyle/>
        <a:p>
          <a:endParaRPr lang="en-US"/>
        </a:p>
      </dgm:t>
    </dgm:pt>
    <dgm:pt modelId="{EBAA1A55-E52A-49BC-B195-C70CD6E16E3B}" type="sibTrans" cxnId="{05642525-F9CE-49A0-981D-49BF26903E5D}">
      <dgm:prSet/>
      <dgm:spPr/>
      <dgm:t>
        <a:bodyPr/>
        <a:lstStyle/>
        <a:p>
          <a:endParaRPr lang="en-US"/>
        </a:p>
      </dgm:t>
    </dgm:pt>
    <dgm:pt modelId="{409F152A-9812-4645-89A4-6518E55AEA4E}">
      <dgm:prSet/>
      <dgm:spPr/>
      <dgm:t>
        <a:bodyPr/>
        <a:lstStyle/>
        <a:p>
          <a:r>
            <a:rPr lang="en-US"/>
            <a:t>We do this by running a shell which provides a command line to interact with the container, just like we had 'logged in' to the virtual server.</a:t>
          </a:r>
        </a:p>
      </dgm:t>
    </dgm:pt>
    <dgm:pt modelId="{2B97CE6A-F2CD-40B0-8DA0-7E9B1474A4AA}" type="parTrans" cxnId="{09772B97-29C8-48B3-883C-5128F9B60CC5}">
      <dgm:prSet/>
      <dgm:spPr/>
      <dgm:t>
        <a:bodyPr/>
        <a:lstStyle/>
        <a:p>
          <a:endParaRPr lang="en-US"/>
        </a:p>
      </dgm:t>
    </dgm:pt>
    <dgm:pt modelId="{76B6A30E-2DD0-4740-8B18-B62BF2CC6B4E}" type="sibTrans" cxnId="{09772B97-29C8-48B3-883C-5128F9B60CC5}">
      <dgm:prSet/>
      <dgm:spPr/>
      <dgm:t>
        <a:bodyPr/>
        <a:lstStyle/>
        <a:p>
          <a:endParaRPr lang="en-US"/>
        </a:p>
      </dgm:t>
    </dgm:pt>
    <dgm:pt modelId="{CEA344A4-8EEA-4DC9-8FA2-97147D66770F}">
      <dgm:prSet/>
      <dgm:spPr/>
      <dgm:t>
        <a:bodyPr/>
        <a:lstStyle/>
        <a:p>
          <a:r>
            <a:rPr lang="en-US"/>
            <a:t>We can also access log files and other statistics for a container during runtime.</a:t>
          </a:r>
        </a:p>
      </dgm:t>
    </dgm:pt>
    <dgm:pt modelId="{9333CF5C-8C34-4DD5-9DBF-BBBA7E16F09E}" type="parTrans" cxnId="{DC125540-83D1-4F1A-B903-DFC3AE0358AA}">
      <dgm:prSet/>
      <dgm:spPr/>
      <dgm:t>
        <a:bodyPr/>
        <a:lstStyle/>
        <a:p>
          <a:endParaRPr lang="en-US"/>
        </a:p>
      </dgm:t>
    </dgm:pt>
    <dgm:pt modelId="{26BC879C-FD45-471D-A2FA-76444F56D2A8}" type="sibTrans" cxnId="{DC125540-83D1-4F1A-B903-DFC3AE0358AA}">
      <dgm:prSet/>
      <dgm:spPr/>
      <dgm:t>
        <a:bodyPr/>
        <a:lstStyle/>
        <a:p>
          <a:endParaRPr lang="en-US"/>
        </a:p>
      </dgm:t>
    </dgm:pt>
    <dgm:pt modelId="{B71DAD1D-47DA-4E48-9DCD-BB6994C96B51}">
      <dgm:prSet/>
      <dgm:spPr/>
      <dgm:t>
        <a:bodyPr/>
        <a:lstStyle/>
        <a:p>
          <a:r>
            <a:rPr lang="en-US"/>
            <a:t>Docker provides a command line interface (CLI) to perform these commands.</a:t>
          </a:r>
        </a:p>
      </dgm:t>
    </dgm:pt>
    <dgm:pt modelId="{35F7CF9D-4D5A-49D3-9F10-E06DC35EA0DC}" type="parTrans" cxnId="{2CAB5A28-78BB-415E-8104-17E461C72A48}">
      <dgm:prSet/>
      <dgm:spPr/>
      <dgm:t>
        <a:bodyPr/>
        <a:lstStyle/>
        <a:p>
          <a:endParaRPr lang="en-US"/>
        </a:p>
      </dgm:t>
    </dgm:pt>
    <dgm:pt modelId="{06FA021A-7234-4FFA-AC3E-859D96512E41}" type="sibTrans" cxnId="{2CAB5A28-78BB-415E-8104-17E461C72A48}">
      <dgm:prSet/>
      <dgm:spPr/>
      <dgm:t>
        <a:bodyPr/>
        <a:lstStyle/>
        <a:p>
          <a:endParaRPr lang="en-US"/>
        </a:p>
      </dgm:t>
    </dgm:pt>
    <dgm:pt modelId="{C28F5F0B-244D-4C51-BC5A-5D63176FEE17}" type="pres">
      <dgm:prSet presAssocID="{6E81D2FA-8C08-4418-B59C-3FC44540F8A3}" presName="root" presStyleCnt="0">
        <dgm:presLayoutVars>
          <dgm:dir/>
          <dgm:resizeHandles val="exact"/>
        </dgm:presLayoutVars>
      </dgm:prSet>
      <dgm:spPr/>
    </dgm:pt>
    <dgm:pt modelId="{D0A2867C-75EA-4627-B13B-4FC0E191CB5A}" type="pres">
      <dgm:prSet presAssocID="{AF66471D-E3B8-49FD-A5ED-309A0D3011FB}" presName="compNode" presStyleCnt="0"/>
      <dgm:spPr/>
    </dgm:pt>
    <dgm:pt modelId="{CA89E561-6374-4BC6-94D2-14A6F94C961A}" type="pres">
      <dgm:prSet presAssocID="{AF66471D-E3B8-49FD-A5ED-309A0D3011FB}" presName="bgRect" presStyleLbl="bgShp" presStyleIdx="0" presStyleCnt="4"/>
      <dgm:spPr/>
    </dgm:pt>
    <dgm:pt modelId="{2E71B45D-F24D-43AF-81D0-D4B093B66A96}" type="pres">
      <dgm:prSet presAssocID="{AF66471D-E3B8-49FD-A5ED-309A0D3011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C1EFB01-250D-4853-A618-F34764D22CF6}" type="pres">
      <dgm:prSet presAssocID="{AF66471D-E3B8-49FD-A5ED-309A0D3011FB}" presName="spaceRect" presStyleCnt="0"/>
      <dgm:spPr/>
    </dgm:pt>
    <dgm:pt modelId="{85590342-7982-48D6-BF6C-28D843D63D43}" type="pres">
      <dgm:prSet presAssocID="{AF66471D-E3B8-49FD-A5ED-309A0D3011FB}" presName="parTx" presStyleLbl="revTx" presStyleIdx="0" presStyleCnt="4">
        <dgm:presLayoutVars>
          <dgm:chMax val="0"/>
          <dgm:chPref val="0"/>
        </dgm:presLayoutVars>
      </dgm:prSet>
      <dgm:spPr/>
    </dgm:pt>
    <dgm:pt modelId="{9D27BFED-8024-4033-9EC9-CEBCB388AFC6}" type="pres">
      <dgm:prSet presAssocID="{EBAA1A55-E52A-49BC-B195-C70CD6E16E3B}" presName="sibTrans" presStyleCnt="0"/>
      <dgm:spPr/>
    </dgm:pt>
    <dgm:pt modelId="{32A7814E-CC90-4381-B707-378DDE9135BD}" type="pres">
      <dgm:prSet presAssocID="{409F152A-9812-4645-89A4-6518E55AEA4E}" presName="compNode" presStyleCnt="0"/>
      <dgm:spPr/>
    </dgm:pt>
    <dgm:pt modelId="{867769F0-B673-4DBC-B666-CB610DF57D91}" type="pres">
      <dgm:prSet presAssocID="{409F152A-9812-4645-89A4-6518E55AEA4E}" presName="bgRect" presStyleLbl="bgShp" presStyleIdx="1" presStyleCnt="4"/>
      <dgm:spPr/>
    </dgm:pt>
    <dgm:pt modelId="{CE75BF7D-A280-47C9-AB28-0B21B2C16B74}" type="pres">
      <dgm:prSet presAssocID="{409F152A-9812-4645-89A4-6518E55AEA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946C874-9321-49A2-8A1B-84B010A29635}" type="pres">
      <dgm:prSet presAssocID="{409F152A-9812-4645-89A4-6518E55AEA4E}" presName="spaceRect" presStyleCnt="0"/>
      <dgm:spPr/>
    </dgm:pt>
    <dgm:pt modelId="{84F8A836-6BF2-47D3-A96B-A7383144E477}" type="pres">
      <dgm:prSet presAssocID="{409F152A-9812-4645-89A4-6518E55AEA4E}" presName="parTx" presStyleLbl="revTx" presStyleIdx="1" presStyleCnt="4">
        <dgm:presLayoutVars>
          <dgm:chMax val="0"/>
          <dgm:chPref val="0"/>
        </dgm:presLayoutVars>
      </dgm:prSet>
      <dgm:spPr/>
    </dgm:pt>
    <dgm:pt modelId="{1EED3E07-AB84-40DB-A43F-0885E590F0E4}" type="pres">
      <dgm:prSet presAssocID="{76B6A30E-2DD0-4740-8B18-B62BF2CC6B4E}" presName="sibTrans" presStyleCnt="0"/>
      <dgm:spPr/>
    </dgm:pt>
    <dgm:pt modelId="{BE9F97A0-B6F6-49B2-B9AB-DE856C69D141}" type="pres">
      <dgm:prSet presAssocID="{CEA344A4-8EEA-4DC9-8FA2-97147D66770F}" presName="compNode" presStyleCnt="0"/>
      <dgm:spPr/>
    </dgm:pt>
    <dgm:pt modelId="{300B1160-0D4F-4A39-8B9A-61ED47D9223D}" type="pres">
      <dgm:prSet presAssocID="{CEA344A4-8EEA-4DC9-8FA2-97147D66770F}" presName="bgRect" presStyleLbl="bgShp" presStyleIdx="2" presStyleCnt="4"/>
      <dgm:spPr/>
    </dgm:pt>
    <dgm:pt modelId="{2CC23B0B-3593-4B41-8E2D-58AABBBAC090}" type="pres">
      <dgm:prSet presAssocID="{CEA344A4-8EEA-4DC9-8FA2-97147D6677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A78FE35-7886-4F4F-8754-15DF88A20244}" type="pres">
      <dgm:prSet presAssocID="{CEA344A4-8EEA-4DC9-8FA2-97147D66770F}" presName="spaceRect" presStyleCnt="0"/>
      <dgm:spPr/>
    </dgm:pt>
    <dgm:pt modelId="{6574BC5D-61BC-4237-B3DD-66EDF304EF6E}" type="pres">
      <dgm:prSet presAssocID="{CEA344A4-8EEA-4DC9-8FA2-97147D66770F}" presName="parTx" presStyleLbl="revTx" presStyleIdx="2" presStyleCnt="4">
        <dgm:presLayoutVars>
          <dgm:chMax val="0"/>
          <dgm:chPref val="0"/>
        </dgm:presLayoutVars>
      </dgm:prSet>
      <dgm:spPr/>
    </dgm:pt>
    <dgm:pt modelId="{2AB69585-D8F9-48AC-B5DB-F377C9189FED}" type="pres">
      <dgm:prSet presAssocID="{26BC879C-FD45-471D-A2FA-76444F56D2A8}" presName="sibTrans" presStyleCnt="0"/>
      <dgm:spPr/>
    </dgm:pt>
    <dgm:pt modelId="{8731E6A0-C8C4-49D9-AB39-55B53E5D66D1}" type="pres">
      <dgm:prSet presAssocID="{B71DAD1D-47DA-4E48-9DCD-BB6994C96B51}" presName="compNode" presStyleCnt="0"/>
      <dgm:spPr/>
    </dgm:pt>
    <dgm:pt modelId="{624F6AED-51BF-4F55-90A3-9037DA6DB5DD}" type="pres">
      <dgm:prSet presAssocID="{B71DAD1D-47DA-4E48-9DCD-BB6994C96B51}" presName="bgRect" presStyleLbl="bgShp" presStyleIdx="3" presStyleCnt="4"/>
      <dgm:spPr/>
    </dgm:pt>
    <dgm:pt modelId="{7E89559E-58A9-4D8C-8BBE-1C23ECEABF4E}" type="pres">
      <dgm:prSet presAssocID="{B71DAD1D-47DA-4E48-9DCD-BB6994C96B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8471F8D-E38D-465C-965E-5BB8018612D1}" type="pres">
      <dgm:prSet presAssocID="{B71DAD1D-47DA-4E48-9DCD-BB6994C96B51}" presName="spaceRect" presStyleCnt="0"/>
      <dgm:spPr/>
    </dgm:pt>
    <dgm:pt modelId="{509AC6A0-5BEA-4392-98D2-61B327F12E09}" type="pres">
      <dgm:prSet presAssocID="{B71DAD1D-47DA-4E48-9DCD-BB6994C96B5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E60E1C-EBFF-463C-ACD1-9C7FC77D03F2}" type="presOf" srcId="{AF66471D-E3B8-49FD-A5ED-309A0D3011FB}" destId="{85590342-7982-48D6-BF6C-28D843D63D43}" srcOrd="0" destOrd="0" presId="urn:microsoft.com/office/officeart/2018/2/layout/IconVerticalSolidList"/>
    <dgm:cxn modelId="{05642525-F9CE-49A0-981D-49BF26903E5D}" srcId="{6E81D2FA-8C08-4418-B59C-3FC44540F8A3}" destId="{AF66471D-E3B8-49FD-A5ED-309A0D3011FB}" srcOrd="0" destOrd="0" parTransId="{273DB086-2CD4-4384-AE44-73CE598C6DDF}" sibTransId="{EBAA1A55-E52A-49BC-B195-C70CD6E16E3B}"/>
    <dgm:cxn modelId="{2CAB5A28-78BB-415E-8104-17E461C72A48}" srcId="{6E81D2FA-8C08-4418-B59C-3FC44540F8A3}" destId="{B71DAD1D-47DA-4E48-9DCD-BB6994C96B51}" srcOrd="3" destOrd="0" parTransId="{35F7CF9D-4D5A-49D3-9F10-E06DC35EA0DC}" sibTransId="{06FA021A-7234-4FFA-AC3E-859D96512E41}"/>
    <dgm:cxn modelId="{DC125540-83D1-4F1A-B903-DFC3AE0358AA}" srcId="{6E81D2FA-8C08-4418-B59C-3FC44540F8A3}" destId="{CEA344A4-8EEA-4DC9-8FA2-97147D66770F}" srcOrd="2" destOrd="0" parTransId="{9333CF5C-8C34-4DD5-9DBF-BBBA7E16F09E}" sibTransId="{26BC879C-FD45-471D-A2FA-76444F56D2A8}"/>
    <dgm:cxn modelId="{C0B1ED51-578C-4298-BA78-26EB89899882}" type="presOf" srcId="{CEA344A4-8EEA-4DC9-8FA2-97147D66770F}" destId="{6574BC5D-61BC-4237-B3DD-66EDF304EF6E}" srcOrd="0" destOrd="0" presId="urn:microsoft.com/office/officeart/2018/2/layout/IconVerticalSolidList"/>
    <dgm:cxn modelId="{80B94F92-D324-4319-BAE6-DE6FE2489EC4}" type="presOf" srcId="{B71DAD1D-47DA-4E48-9DCD-BB6994C96B51}" destId="{509AC6A0-5BEA-4392-98D2-61B327F12E09}" srcOrd="0" destOrd="0" presId="urn:microsoft.com/office/officeart/2018/2/layout/IconVerticalSolidList"/>
    <dgm:cxn modelId="{09772B97-29C8-48B3-883C-5128F9B60CC5}" srcId="{6E81D2FA-8C08-4418-B59C-3FC44540F8A3}" destId="{409F152A-9812-4645-89A4-6518E55AEA4E}" srcOrd="1" destOrd="0" parTransId="{2B97CE6A-F2CD-40B0-8DA0-7E9B1474A4AA}" sibTransId="{76B6A30E-2DD0-4740-8B18-B62BF2CC6B4E}"/>
    <dgm:cxn modelId="{1701F29E-7212-4C35-9F93-8D53F1A1812F}" type="presOf" srcId="{409F152A-9812-4645-89A4-6518E55AEA4E}" destId="{84F8A836-6BF2-47D3-A96B-A7383144E477}" srcOrd="0" destOrd="0" presId="urn:microsoft.com/office/officeart/2018/2/layout/IconVerticalSolidList"/>
    <dgm:cxn modelId="{A3D6A7D9-1463-493A-BB96-274595AE15BE}" type="presOf" srcId="{6E81D2FA-8C08-4418-B59C-3FC44540F8A3}" destId="{C28F5F0B-244D-4C51-BC5A-5D63176FEE17}" srcOrd="0" destOrd="0" presId="urn:microsoft.com/office/officeart/2018/2/layout/IconVerticalSolidList"/>
    <dgm:cxn modelId="{1F16FEBB-CA4B-4E40-AFD2-0E852525AEDA}" type="presParOf" srcId="{C28F5F0B-244D-4C51-BC5A-5D63176FEE17}" destId="{D0A2867C-75EA-4627-B13B-4FC0E191CB5A}" srcOrd="0" destOrd="0" presId="urn:microsoft.com/office/officeart/2018/2/layout/IconVerticalSolidList"/>
    <dgm:cxn modelId="{6346CB8A-77C7-443E-A7FB-DBA98BF4CF79}" type="presParOf" srcId="{D0A2867C-75EA-4627-B13B-4FC0E191CB5A}" destId="{CA89E561-6374-4BC6-94D2-14A6F94C961A}" srcOrd="0" destOrd="0" presId="urn:microsoft.com/office/officeart/2018/2/layout/IconVerticalSolidList"/>
    <dgm:cxn modelId="{91270EEC-28E9-401D-AC1F-CEC2ED2A19DF}" type="presParOf" srcId="{D0A2867C-75EA-4627-B13B-4FC0E191CB5A}" destId="{2E71B45D-F24D-43AF-81D0-D4B093B66A96}" srcOrd="1" destOrd="0" presId="urn:microsoft.com/office/officeart/2018/2/layout/IconVerticalSolidList"/>
    <dgm:cxn modelId="{125E5284-226C-4A32-8237-FB704F098447}" type="presParOf" srcId="{D0A2867C-75EA-4627-B13B-4FC0E191CB5A}" destId="{EC1EFB01-250D-4853-A618-F34764D22CF6}" srcOrd="2" destOrd="0" presId="urn:microsoft.com/office/officeart/2018/2/layout/IconVerticalSolidList"/>
    <dgm:cxn modelId="{A0E2F826-1FBF-456E-8C0F-87BF335C43F1}" type="presParOf" srcId="{D0A2867C-75EA-4627-B13B-4FC0E191CB5A}" destId="{85590342-7982-48D6-BF6C-28D843D63D43}" srcOrd="3" destOrd="0" presId="urn:microsoft.com/office/officeart/2018/2/layout/IconVerticalSolidList"/>
    <dgm:cxn modelId="{F51FDE07-E1A0-41B2-AEE9-4FB7A778FA99}" type="presParOf" srcId="{C28F5F0B-244D-4C51-BC5A-5D63176FEE17}" destId="{9D27BFED-8024-4033-9EC9-CEBCB388AFC6}" srcOrd="1" destOrd="0" presId="urn:microsoft.com/office/officeart/2018/2/layout/IconVerticalSolidList"/>
    <dgm:cxn modelId="{AF6D7189-A7D2-4649-8EB9-E12CACB52AE3}" type="presParOf" srcId="{C28F5F0B-244D-4C51-BC5A-5D63176FEE17}" destId="{32A7814E-CC90-4381-B707-378DDE9135BD}" srcOrd="2" destOrd="0" presId="urn:microsoft.com/office/officeart/2018/2/layout/IconVerticalSolidList"/>
    <dgm:cxn modelId="{958F5100-D4C0-4292-AD8D-57D2B975956B}" type="presParOf" srcId="{32A7814E-CC90-4381-B707-378DDE9135BD}" destId="{867769F0-B673-4DBC-B666-CB610DF57D91}" srcOrd="0" destOrd="0" presId="urn:microsoft.com/office/officeart/2018/2/layout/IconVerticalSolidList"/>
    <dgm:cxn modelId="{C952B9B1-375E-4C8B-918E-C60C07301C34}" type="presParOf" srcId="{32A7814E-CC90-4381-B707-378DDE9135BD}" destId="{CE75BF7D-A280-47C9-AB28-0B21B2C16B74}" srcOrd="1" destOrd="0" presId="urn:microsoft.com/office/officeart/2018/2/layout/IconVerticalSolidList"/>
    <dgm:cxn modelId="{F6EAD120-512E-4C69-B1E0-2DEA3E80FD7B}" type="presParOf" srcId="{32A7814E-CC90-4381-B707-378DDE9135BD}" destId="{7946C874-9321-49A2-8A1B-84B010A29635}" srcOrd="2" destOrd="0" presId="urn:microsoft.com/office/officeart/2018/2/layout/IconVerticalSolidList"/>
    <dgm:cxn modelId="{35223704-4E95-4E3C-AE98-EB625214C21F}" type="presParOf" srcId="{32A7814E-CC90-4381-B707-378DDE9135BD}" destId="{84F8A836-6BF2-47D3-A96B-A7383144E477}" srcOrd="3" destOrd="0" presId="urn:microsoft.com/office/officeart/2018/2/layout/IconVerticalSolidList"/>
    <dgm:cxn modelId="{F4252619-843E-4A00-A3E1-8694553BF701}" type="presParOf" srcId="{C28F5F0B-244D-4C51-BC5A-5D63176FEE17}" destId="{1EED3E07-AB84-40DB-A43F-0885E590F0E4}" srcOrd="3" destOrd="0" presId="urn:microsoft.com/office/officeart/2018/2/layout/IconVerticalSolidList"/>
    <dgm:cxn modelId="{60C20BB1-CC08-457B-A975-382DCC6ABDFF}" type="presParOf" srcId="{C28F5F0B-244D-4C51-BC5A-5D63176FEE17}" destId="{BE9F97A0-B6F6-49B2-B9AB-DE856C69D141}" srcOrd="4" destOrd="0" presId="urn:microsoft.com/office/officeart/2018/2/layout/IconVerticalSolidList"/>
    <dgm:cxn modelId="{0D88DA36-CC4C-43AA-99D0-C28FD4797F96}" type="presParOf" srcId="{BE9F97A0-B6F6-49B2-B9AB-DE856C69D141}" destId="{300B1160-0D4F-4A39-8B9A-61ED47D9223D}" srcOrd="0" destOrd="0" presId="urn:microsoft.com/office/officeart/2018/2/layout/IconVerticalSolidList"/>
    <dgm:cxn modelId="{8478D311-761C-430E-BBCF-4C5816CC8AA2}" type="presParOf" srcId="{BE9F97A0-B6F6-49B2-B9AB-DE856C69D141}" destId="{2CC23B0B-3593-4B41-8E2D-58AABBBAC090}" srcOrd="1" destOrd="0" presId="urn:microsoft.com/office/officeart/2018/2/layout/IconVerticalSolidList"/>
    <dgm:cxn modelId="{EF188E32-B7E5-4E36-969C-FAEAA400B678}" type="presParOf" srcId="{BE9F97A0-B6F6-49B2-B9AB-DE856C69D141}" destId="{FA78FE35-7886-4F4F-8754-15DF88A20244}" srcOrd="2" destOrd="0" presId="urn:microsoft.com/office/officeart/2018/2/layout/IconVerticalSolidList"/>
    <dgm:cxn modelId="{05B88351-4AF9-45E4-884E-A8E2E02EF895}" type="presParOf" srcId="{BE9F97A0-B6F6-49B2-B9AB-DE856C69D141}" destId="{6574BC5D-61BC-4237-B3DD-66EDF304EF6E}" srcOrd="3" destOrd="0" presId="urn:microsoft.com/office/officeart/2018/2/layout/IconVerticalSolidList"/>
    <dgm:cxn modelId="{EB92E190-47F8-4792-92CA-030F50133660}" type="presParOf" srcId="{C28F5F0B-244D-4C51-BC5A-5D63176FEE17}" destId="{2AB69585-D8F9-48AC-B5DB-F377C9189FED}" srcOrd="5" destOrd="0" presId="urn:microsoft.com/office/officeart/2018/2/layout/IconVerticalSolidList"/>
    <dgm:cxn modelId="{BCFA7A1A-490F-408C-AF4A-A92A1BF10918}" type="presParOf" srcId="{C28F5F0B-244D-4C51-BC5A-5D63176FEE17}" destId="{8731E6A0-C8C4-49D9-AB39-55B53E5D66D1}" srcOrd="6" destOrd="0" presId="urn:microsoft.com/office/officeart/2018/2/layout/IconVerticalSolidList"/>
    <dgm:cxn modelId="{75E7F90F-BCF8-4256-8305-08097A8BE763}" type="presParOf" srcId="{8731E6A0-C8C4-49D9-AB39-55B53E5D66D1}" destId="{624F6AED-51BF-4F55-90A3-9037DA6DB5DD}" srcOrd="0" destOrd="0" presId="urn:microsoft.com/office/officeart/2018/2/layout/IconVerticalSolidList"/>
    <dgm:cxn modelId="{AB719D3C-2F61-44C4-91EC-1E90BB3C573E}" type="presParOf" srcId="{8731E6A0-C8C4-49D9-AB39-55B53E5D66D1}" destId="{7E89559E-58A9-4D8C-8BBE-1C23ECEABF4E}" srcOrd="1" destOrd="0" presId="urn:microsoft.com/office/officeart/2018/2/layout/IconVerticalSolidList"/>
    <dgm:cxn modelId="{A36553FE-466C-4AF5-8727-D9E11D59CB29}" type="presParOf" srcId="{8731E6A0-C8C4-49D9-AB39-55B53E5D66D1}" destId="{D8471F8D-E38D-465C-965E-5BB8018612D1}" srcOrd="2" destOrd="0" presId="urn:microsoft.com/office/officeart/2018/2/layout/IconVerticalSolidList"/>
    <dgm:cxn modelId="{B426F210-1991-4441-8FFA-03D480A8708D}" type="presParOf" srcId="{8731E6A0-C8C4-49D9-AB39-55B53E5D66D1}" destId="{509AC6A0-5BEA-4392-98D2-61B327F12E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4BA07-6EDD-46A0-A172-F0D3DD416DDA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46412-0B0A-43DF-BBA1-4CBA6BB141B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428F4-8F24-4722-A05F-E143BA711539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Docker allows Images to be stored in a Repository.  You can run your own repository but companies also run public repositories.</a:t>
          </a:r>
        </a:p>
      </dsp:txBody>
      <dsp:txXfrm>
        <a:off x="1057183" y="1805"/>
        <a:ext cx="9458416" cy="915310"/>
      </dsp:txXfrm>
    </dsp:sp>
    <dsp:sp modelId="{4160E613-F14A-4F5A-A28E-087679C1A801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38691-2D86-49BC-84FD-877958D44B32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71E1E-4E6F-41A1-9CDD-F1EBB364C244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 of the largest public repositories is run by the Docker organisation and is available at: DockerHub.com</a:t>
          </a:r>
        </a:p>
      </dsp:txBody>
      <dsp:txXfrm>
        <a:off x="1057183" y="1145944"/>
        <a:ext cx="9458416" cy="915310"/>
      </dsp:txXfrm>
    </dsp:sp>
    <dsp:sp modelId="{0CF5B05C-899D-40DA-916A-867450497FF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3E5D4-805A-4C4C-A28C-3987EA746A73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EA670-CC85-4A5A-87FA-6BE3E2E98244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 of the very powerful features of Docker is there are many Docker Images ready to download.</a:t>
          </a:r>
        </a:p>
      </dsp:txBody>
      <dsp:txXfrm>
        <a:off x="1057183" y="2290082"/>
        <a:ext cx="9458416" cy="915310"/>
      </dsp:txXfrm>
    </dsp:sp>
    <dsp:sp modelId="{8C0BCB01-D9A2-47F8-A47B-355FD1008054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C4195-B031-49FE-896C-E0FDE57A2B5E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B9401-764D-44F0-A55A-3DE679D5E81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contains thousands of images with software already installed and configured, ready to run as a 'service' in your application.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835AF-BBAE-4FC9-AA98-A404B45A7D9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E6B6E-55D1-422A-AD0D-1059484C47BF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Docker Images and containers can be built individually, using command line tools.</a:t>
          </a:r>
        </a:p>
      </dsp:txBody>
      <dsp:txXfrm>
        <a:off x="0" y="0"/>
        <a:ext cx="6900512" cy="1384035"/>
      </dsp:txXfrm>
    </dsp:sp>
    <dsp:sp modelId="{C145E6AA-A4AD-4061-BDCA-E5CCEEDBF42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ADF48-3920-4739-887E-1D1397B56B6C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However, this can become tedious when we</a:t>
          </a:r>
          <a:r>
            <a:rPr lang="en-US" sz="2700" kern="1200" dirty="0">
              <a:latin typeface="Calibri Light" panose="020F0302020204030204"/>
            </a:rPr>
            <a:t> need</a:t>
          </a:r>
          <a:r>
            <a:rPr lang="en-US" sz="2700" kern="1200" dirty="0"/>
            <a:t> to start multiple containers</a:t>
          </a:r>
          <a:r>
            <a:rPr lang="en-US" sz="2700" kern="1200" dirty="0">
              <a:latin typeface="Calibri Light" panose="020F0302020204030204"/>
            </a:rPr>
            <a:t> </a:t>
          </a:r>
          <a:r>
            <a:rPr lang="en-US" sz="2700" kern="1200" dirty="0"/>
            <a:t> every time we want to start our application.</a:t>
          </a:r>
        </a:p>
      </dsp:txBody>
      <dsp:txXfrm>
        <a:off x="0" y="1384035"/>
        <a:ext cx="6900512" cy="1384035"/>
      </dsp:txXfrm>
    </dsp:sp>
    <dsp:sp modelId="{13478436-A3CE-4917-9C09-1BA250168C59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B2FFC-C646-4D9D-8CA4-48BEDF49BC2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To prevent this, Docker has a scripting language which allows us to define our environment once and then run it as a single command.</a:t>
          </a:r>
        </a:p>
      </dsp:txBody>
      <dsp:txXfrm>
        <a:off x="0" y="2768070"/>
        <a:ext cx="6900512" cy="1384035"/>
      </dsp:txXfrm>
    </dsp:sp>
    <dsp:sp modelId="{053A7B99-9D38-4D77-827B-BF2284C0F041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77129-1D77-4D43-8DD3-0FFB645B0E42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This tool is called Docker Compose.  We will use this to start and stop our environment in the lab.</a:t>
          </a:r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89E561-6374-4BC6-94D2-14A6F94C961A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1B45D-F24D-43AF-81D0-D4B093B66A96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90342-7982-48D6-BF6C-28D843D63D43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we are developing our containers or when we want to examine them we need to connect directly.</a:t>
          </a:r>
        </a:p>
      </dsp:txBody>
      <dsp:txXfrm>
        <a:off x="1058686" y="1808"/>
        <a:ext cx="9456913" cy="916611"/>
      </dsp:txXfrm>
    </dsp:sp>
    <dsp:sp modelId="{867769F0-B673-4DBC-B666-CB610DF57D91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5BF7D-A280-47C9-AB28-0B21B2C16B74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8A836-6BF2-47D3-A96B-A7383144E477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 do this by running a shell which provides a command line to interact with the container, just like we had 'logged in' to the virtual server.</a:t>
          </a:r>
        </a:p>
      </dsp:txBody>
      <dsp:txXfrm>
        <a:off x="1058686" y="1147573"/>
        <a:ext cx="9456913" cy="916611"/>
      </dsp:txXfrm>
    </dsp:sp>
    <dsp:sp modelId="{300B1160-0D4F-4A39-8B9A-61ED47D9223D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23B0B-3593-4B41-8E2D-58AABBBAC090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4BC5D-61BC-4237-B3DD-66EDF304EF6E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 can also access log files and other statistics for a container during runtime.</a:t>
          </a:r>
        </a:p>
      </dsp:txBody>
      <dsp:txXfrm>
        <a:off x="1058686" y="2293338"/>
        <a:ext cx="9456913" cy="916611"/>
      </dsp:txXfrm>
    </dsp:sp>
    <dsp:sp modelId="{624F6AED-51BF-4F55-90A3-9037DA6DB5DD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9559E-58A9-4D8C-8BBE-1C23ECEABF4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AC6A0-5BEA-4392-98D2-61B327F12E09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Docker provides a command line interface (CLI) to perform these commands.</a:t>
          </a:r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US" sz="5400">
                <a:cs typeface="Calibri Light"/>
              </a:rPr>
              <a:t>Introduction to Docker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>
                <a:cs typeface="Calibri"/>
              </a:rPr>
              <a:t>How to use Docker for DevOps</a:t>
            </a:r>
            <a:endParaRPr lang="en-US" sz="20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039B8343-F6D8-B205-E391-551DB5CC5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2" r="896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D63E8-1670-B26A-409F-7D458582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 Light"/>
              </a:rPr>
              <a:t>What is a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26E4-AAD2-5068-51C0-3986B4FA8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cs typeface="Calibri"/>
              </a:rPr>
              <a:t>Docker is a 'Container' based environment.</a:t>
            </a:r>
          </a:p>
          <a:p>
            <a:r>
              <a:rPr lang="en-US" sz="2000">
                <a:cs typeface="Calibri"/>
              </a:rPr>
              <a:t>A Container is a virtual server, it contains:</a:t>
            </a:r>
          </a:p>
          <a:p>
            <a:pPr lvl="1"/>
            <a:r>
              <a:rPr lang="en-US" sz="2000">
                <a:cs typeface="Calibri"/>
              </a:rPr>
              <a:t>An Operating System (usually Linux)</a:t>
            </a:r>
          </a:p>
          <a:p>
            <a:pPr lvl="1"/>
            <a:r>
              <a:rPr lang="en-US" sz="2000">
                <a:cs typeface="Calibri"/>
              </a:rPr>
              <a:t>Any required Libraries and patches</a:t>
            </a:r>
          </a:p>
          <a:p>
            <a:pPr lvl="1"/>
            <a:r>
              <a:rPr lang="en-US" sz="2000">
                <a:cs typeface="Calibri"/>
              </a:rPr>
              <a:t>Specific Application Software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D83543C-654C-AFDD-B457-DCF976F8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80" y="1782981"/>
            <a:ext cx="6079291" cy="436189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218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82ECC-B6CE-0792-34FF-F521382B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What is Docker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6DA6-5091-EBF7-5B07-E084F9B7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kern="1200">
                <a:latin typeface="+mn-lt"/>
                <a:ea typeface="+mn-ea"/>
                <a:cs typeface="+mn-cs"/>
              </a:rPr>
              <a:t>Docker is an environment that runs multiple containers</a:t>
            </a:r>
            <a:r>
              <a:rPr lang="en-US" sz="2200"/>
              <a:t>.</a:t>
            </a:r>
          </a:p>
          <a:p>
            <a:pPr marL="0" indent="0">
              <a:buNone/>
            </a:pPr>
            <a:r>
              <a:rPr lang="en-US" sz="2200">
                <a:cs typeface="Calibri"/>
              </a:rPr>
              <a:t>This means Docker can runs lots of 'virtual machines' on one host system.</a:t>
            </a:r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1BDC10AB-3EFC-D8CE-16A7-35591C8E0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74" y="640080"/>
            <a:ext cx="644216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7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DA505-B86A-939A-5438-774E2A7C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Docker Network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E585-D7C7-827E-144D-4EE3AC71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dirty="0">
                <a:cs typeface="Calibri"/>
              </a:rPr>
              <a:t>Docker also provides a virtual network, so all containers can connect to each other.</a:t>
            </a:r>
          </a:p>
          <a:p>
            <a:r>
              <a:rPr lang="en-US" sz="2200" dirty="0">
                <a:cs typeface="Calibri"/>
              </a:rPr>
              <a:t>Docker can support multiple networks.</a:t>
            </a:r>
          </a:p>
          <a:p>
            <a:r>
              <a:rPr lang="en-US" sz="2200" dirty="0">
                <a:cs typeface="Calibri"/>
              </a:rPr>
              <a:t>Docker can also connect containers in different Docker systems, called an Overlay Network.</a:t>
            </a:r>
          </a:p>
          <a:p>
            <a:endParaRPr lang="en-US" sz="2200">
              <a:cs typeface="Calibri"/>
            </a:endParaRP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110C260-7086-74D4-A1A5-042CA1C7F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2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58886-F7B2-A421-08C5-C29D08ED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Docker Images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54B4-895E-7129-A287-8A1495EA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cs typeface="Calibri"/>
              </a:rPr>
              <a:t>To create a Container, we first create an Image.</a:t>
            </a:r>
          </a:p>
          <a:p>
            <a:r>
              <a:rPr lang="en-US" sz="1900">
                <a:cs typeface="Calibri"/>
              </a:rPr>
              <a:t>An Image is like a template for the container.</a:t>
            </a:r>
          </a:p>
          <a:p>
            <a:r>
              <a:rPr lang="en-US" sz="1900">
                <a:cs typeface="Calibri"/>
              </a:rPr>
              <a:t>It contains all the software (OS, libraries, app etc.), but it is not running.</a:t>
            </a:r>
          </a:p>
          <a:p>
            <a:r>
              <a:rPr lang="en-US" sz="1900">
                <a:cs typeface="Calibri"/>
              </a:rPr>
              <a:t>You can then start Containers using the image, so containers start with everything ready to run.</a:t>
            </a:r>
          </a:p>
          <a:p>
            <a:r>
              <a:rPr lang="en-US" sz="1900">
                <a:cs typeface="Calibri"/>
              </a:rPr>
              <a:t>You can run as many copies of the image as you need.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FB65AB1-E36C-A008-3DDF-CBD48FC8F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141" y="640080"/>
            <a:ext cx="534078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6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1DC18-5149-F310-2FD7-6CBFA4B2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>
                <a:cs typeface="Calibri Light"/>
              </a:rPr>
              <a:t>How to Define Docker Images</a:t>
            </a:r>
            <a:endParaRPr lang="en-US" sz="42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BA77A-7AC0-67EA-D1CA-597A78E7E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We create container Images with a file called a </a:t>
            </a:r>
            <a:r>
              <a:rPr lang="en-US" sz="2000" dirty="0" err="1">
                <a:cs typeface="Calibri"/>
              </a:rPr>
              <a:t>Dockerfile</a:t>
            </a:r>
            <a:r>
              <a:rPr lang="en-US" sz="2000" dirty="0">
                <a:cs typeface="Calibri"/>
              </a:rPr>
              <a:t>.</a:t>
            </a:r>
          </a:p>
          <a:p>
            <a:r>
              <a:rPr lang="en-US" sz="2000" dirty="0">
                <a:cs typeface="Calibri"/>
              </a:rPr>
              <a:t>We start with an existing image and specify the additional software we need to install, and any other configuration changes we want to make in the OS.</a:t>
            </a:r>
          </a:p>
          <a:p>
            <a:r>
              <a:rPr lang="en-US" sz="2000" dirty="0">
                <a:cs typeface="Calibri"/>
              </a:rPr>
              <a:t>We run the </a:t>
            </a:r>
            <a:r>
              <a:rPr lang="en-US" sz="2000" dirty="0" err="1">
                <a:cs typeface="Calibri"/>
              </a:rPr>
              <a:t>Dockerfile</a:t>
            </a:r>
            <a:r>
              <a:rPr lang="en-US" sz="2000" dirty="0">
                <a:cs typeface="Calibri"/>
              </a:rPr>
              <a:t> to build the image.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31C24460-3A9F-2BA0-3496-7916F119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0330"/>
            <a:ext cx="6903720" cy="34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C4FC-B4D4-72A4-64CB-03F2C233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Available Docker Images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91F0F64-C774-7FD4-3B98-74F39289DF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126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529C-0E68-0109-A3A9-0E02FD91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Example of a </a:t>
            </a:r>
            <a:r>
              <a:rPr lang="en-US" dirty="0" err="1">
                <a:cs typeface="Calibri Light"/>
              </a:rPr>
              <a:t>Dockerfile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FCB78-0C10-C624-4BB0-18A601BF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create our own </a:t>
            </a:r>
            <a:r>
              <a:rPr lang="en-US" dirty="0" err="1">
                <a:cs typeface="Calibri"/>
              </a:rPr>
              <a:t>Dockerfile</a:t>
            </a:r>
            <a:r>
              <a:rPr lang="en-US" dirty="0">
                <a:cs typeface="Calibri"/>
              </a:rPr>
              <a:t> so we can modify an existing Docker image and add what we need.</a:t>
            </a:r>
          </a:p>
          <a:p>
            <a:r>
              <a:rPr lang="en-US" dirty="0">
                <a:cs typeface="Calibri"/>
              </a:rPr>
              <a:t>Reasons for doing this are:</a:t>
            </a:r>
          </a:p>
          <a:p>
            <a:pPr lvl="1"/>
            <a:r>
              <a:rPr lang="en-US" dirty="0">
                <a:cs typeface="Calibri"/>
              </a:rPr>
              <a:t>Install our own software</a:t>
            </a:r>
          </a:p>
          <a:p>
            <a:pPr lvl="1"/>
            <a:r>
              <a:rPr lang="en-US" dirty="0">
                <a:cs typeface="Calibri"/>
              </a:rPr>
              <a:t>Install libraries needed for our own software</a:t>
            </a:r>
          </a:p>
          <a:p>
            <a:pPr lvl="1"/>
            <a:r>
              <a:rPr lang="en-US" dirty="0">
                <a:cs typeface="Calibri"/>
              </a:rPr>
              <a:t>Install third party applications</a:t>
            </a:r>
          </a:p>
          <a:p>
            <a:pPr lvl="1"/>
            <a:r>
              <a:rPr lang="en-US" dirty="0">
                <a:cs typeface="Calibri"/>
              </a:rPr>
              <a:t>Make configuration changes to installed software or the Operating System of an existing image.</a:t>
            </a:r>
          </a:p>
          <a:p>
            <a:r>
              <a:rPr lang="en-US" dirty="0">
                <a:cs typeface="Calibri"/>
              </a:rPr>
              <a:t>The objective is to create an Image which can start without any manual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34569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AF05-ADE3-0CEA-6E47-4DCB7AF7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Example </a:t>
            </a:r>
            <a:r>
              <a:rPr lang="en-US" dirty="0" err="1">
                <a:cs typeface="Calibri Light"/>
              </a:rPr>
              <a:t>Dockerfile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ABAF1-44CC-886A-1F1E-344A599D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This </a:t>
            </a:r>
            <a:r>
              <a:rPr lang="en-US" sz="2000" dirty="0" err="1">
                <a:cs typeface="Calibri"/>
              </a:rPr>
              <a:t>Dockerfile</a:t>
            </a:r>
            <a:r>
              <a:rPr lang="en-US" sz="2000" dirty="0">
                <a:cs typeface="Calibri"/>
              </a:rPr>
              <a:t> takes an Nginx image and installs java and git.</a:t>
            </a:r>
          </a:p>
          <a:p>
            <a:r>
              <a:rPr lang="en-US" sz="2000" dirty="0">
                <a:cs typeface="Calibri"/>
              </a:rPr>
              <a:t>You can store the image with a name of your choice and then start a container using this image.</a:t>
            </a:r>
          </a:p>
          <a:p>
            <a:r>
              <a:rPr lang="en-US" sz="2000" dirty="0">
                <a:cs typeface="Calibri"/>
              </a:rPr>
              <a:t>When the container starts it will have Nginx, java and git already installed.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05058618-A956-0E04-1598-B32ED263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917112"/>
            <a:ext cx="6019331" cy="302053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8488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CF088-44BB-1398-F87A-BB01DB352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cs typeface="Calibri Light"/>
              </a:rPr>
              <a:t>Docker Compose</a:t>
            </a:r>
            <a:endParaRPr lang="en-US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C438AF5-E9E0-CD4D-C832-D67467823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20182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2161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A6B61-64D9-9E08-597F-F5FF175E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cs typeface="Calibri Light"/>
              </a:rPr>
              <a:t>Accessing Docker Containers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47DE-1C3C-0976-A0EE-1BC0537B2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>
                <a:cs typeface="Calibri"/>
              </a:rPr>
              <a:t>So far, we have seen that Docker containers can talk to each other.</a:t>
            </a:r>
          </a:p>
          <a:p>
            <a:r>
              <a:rPr lang="en-US" sz="1400">
                <a:cs typeface="Calibri"/>
              </a:rPr>
              <a:t>But at some stage we want them to talk to the outside world.</a:t>
            </a:r>
          </a:p>
          <a:p>
            <a:r>
              <a:rPr lang="en-US" sz="1400">
                <a:cs typeface="Calibri"/>
              </a:rPr>
              <a:t>This may be:</a:t>
            </a:r>
          </a:p>
          <a:p>
            <a:pPr lvl="1"/>
            <a:r>
              <a:rPr lang="en-US" sz="1400">
                <a:cs typeface="Calibri"/>
              </a:rPr>
              <a:t>A browser front end</a:t>
            </a:r>
          </a:p>
          <a:p>
            <a:pPr lvl="1"/>
            <a:r>
              <a:rPr lang="en-US" sz="1400">
                <a:cs typeface="Calibri"/>
              </a:rPr>
              <a:t>Local applications on your laptop</a:t>
            </a:r>
          </a:p>
          <a:p>
            <a:pPr lvl="1"/>
            <a:r>
              <a:rPr lang="en-US" sz="1400">
                <a:cs typeface="Calibri"/>
              </a:rPr>
              <a:t>Other external systems</a:t>
            </a:r>
          </a:p>
          <a:p>
            <a:pPr lvl="1"/>
            <a:r>
              <a:rPr lang="en-US" sz="1400">
                <a:cs typeface="Calibri"/>
              </a:rPr>
              <a:t>The web</a:t>
            </a:r>
          </a:p>
          <a:p>
            <a:r>
              <a:rPr lang="en-US" sz="1400">
                <a:cs typeface="Calibri"/>
              </a:rPr>
              <a:t>To do this we need to tell Docker to allow a port from a container to available to the outside world.</a:t>
            </a:r>
          </a:p>
          <a:p>
            <a:r>
              <a:rPr lang="en-US" sz="1400">
                <a:cs typeface="Calibri"/>
              </a:rPr>
              <a:t>We can also map that to a different port, so containers using the same port internally can talk to different ports externally.</a:t>
            </a:r>
          </a:p>
        </p:txBody>
      </p:sp>
      <p:pic>
        <p:nvPicPr>
          <p:cNvPr id="8" name="Picture 9" descr="Diagram&#10;&#10;Description automatically generated">
            <a:extLst>
              <a:ext uri="{FF2B5EF4-FFF2-40B4-BE49-F238E27FC236}">
                <a16:creationId xmlns:a16="http://schemas.microsoft.com/office/drawing/2014/main" id="{58C9F336-FFD6-64C3-85E9-2A8D5B74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C743-89AD-58A5-D7A4-AD9843FF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kern="1200">
                <a:latin typeface="+mj-lt"/>
                <a:ea typeface="+mj-ea"/>
                <a:cs typeface="+mj-cs"/>
              </a:rPr>
              <a:t>Example of a Docker Compose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E03CA-4FCC-CC42-7B7C-B6CD4D839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>
                <a:latin typeface="+mn-lt"/>
                <a:ea typeface="+mn-ea"/>
                <a:cs typeface="+mn-cs"/>
              </a:rPr>
              <a:t>This docker compose file creates 3 Nginx containers.</a:t>
            </a:r>
          </a:p>
          <a:p>
            <a:pPr marL="0" indent="0">
              <a:buNone/>
            </a:pPr>
            <a:r>
              <a:rPr lang="en-US" sz="2000">
                <a:cs typeface="Calibri"/>
              </a:rPr>
              <a:t>The Nginx image is 'pulled' from the Docker respository.</a:t>
            </a:r>
          </a:p>
          <a:p>
            <a:pPr marL="0" indent="0">
              <a:buNone/>
            </a:pPr>
            <a:r>
              <a:rPr lang="en-US" sz="2000">
                <a:cs typeface="Calibri"/>
              </a:rPr>
              <a:t>The three container ports (which default to port 80) are mapped to 3 different ports, accessible outside Docker.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FC8DD780-5114-3347-D5A4-452AB5AB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286" y="807593"/>
            <a:ext cx="5522482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7590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24560-86EA-E2A4-EA61-11B81E52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>
                <a:cs typeface="Calibri Light"/>
              </a:rPr>
              <a:t>Accessing a Container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0C4C8E-DA5B-DF34-27E9-71AF009DF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97034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2993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2C96-CEE7-4B0E-B6E6-8534F83A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are Containers so Useful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1E40F-C3E6-9AFC-32C8-003397284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Containers are being used more and more widely.  Some of the largest IT systems make heavy use of containers in their production environments, such as Netflix, Google, Facebook  etc.</a:t>
            </a:r>
            <a:endParaRPr lang="en-US" dirty="0"/>
          </a:p>
          <a:p>
            <a:r>
              <a:rPr lang="en-US" dirty="0">
                <a:cs typeface="Calibri"/>
              </a:rPr>
              <a:t>Containers have many advantages:</a:t>
            </a:r>
          </a:p>
          <a:p>
            <a:pPr lvl="1"/>
            <a:r>
              <a:rPr lang="en-US" dirty="0">
                <a:cs typeface="Calibri"/>
              </a:rPr>
              <a:t>They make deployment more reliable</a:t>
            </a:r>
          </a:p>
          <a:p>
            <a:pPr lvl="1"/>
            <a:r>
              <a:rPr lang="en-US" dirty="0">
                <a:cs typeface="Calibri"/>
              </a:rPr>
              <a:t>They automate the whole process of provisioning and deployment</a:t>
            </a:r>
          </a:p>
          <a:p>
            <a:pPr lvl="1"/>
            <a:r>
              <a:rPr lang="en-US" dirty="0">
                <a:cs typeface="Calibri"/>
              </a:rPr>
              <a:t>They can be made resilient and scalable</a:t>
            </a:r>
          </a:p>
          <a:p>
            <a:pPr lvl="1"/>
            <a:r>
              <a:rPr lang="en-US" dirty="0">
                <a:cs typeface="Calibri"/>
              </a:rPr>
              <a:t>They support different architecture patterns</a:t>
            </a:r>
          </a:p>
          <a:p>
            <a:pPr lvl="1"/>
            <a:r>
              <a:rPr lang="en-US" dirty="0">
                <a:cs typeface="Calibri"/>
              </a:rPr>
              <a:t>A large library of ready-made containers is available for download, which can be integrated like ready to run 'services'.</a:t>
            </a:r>
          </a:p>
          <a:p>
            <a:r>
              <a:rPr lang="en-US" dirty="0">
                <a:cs typeface="Calibri"/>
              </a:rPr>
              <a:t>DevOps teams also make heavy use of containers for the tooling of environments, such as CI/CD pipelines and self-service tools.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7937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B200-252A-4438-62F3-DA3F8CAD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sz="4100">
                <a:cs typeface="Calibri Light"/>
              </a:rPr>
              <a:t>What is Container Orchestration</a:t>
            </a:r>
            <a:endParaRPr lang="en-US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2C828-5395-E312-013B-3007C530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Containers can be easily scaled by simply starting more containers from an image.</a:t>
            </a:r>
          </a:p>
          <a:p>
            <a:r>
              <a:rPr lang="en-US" sz="2000" dirty="0">
                <a:ea typeface="+mn-lt"/>
                <a:cs typeface="+mn-lt"/>
              </a:rPr>
              <a:t>Load balancers can be used to distribute load between similar containers.</a:t>
            </a:r>
          </a:p>
          <a:p>
            <a:r>
              <a:rPr lang="en-US" sz="2000" dirty="0">
                <a:cs typeface="Calibri"/>
              </a:rPr>
              <a:t>In a microservices architecture (which is common for containers) we have containers provide just one service of an application.  With this pattern we can end up with a lot of different types of containers.</a:t>
            </a:r>
          </a:p>
        </p:txBody>
      </p:sp>
      <p:pic>
        <p:nvPicPr>
          <p:cNvPr id="5" name="Picture 4" descr="Forklift lifting a container in the yard">
            <a:extLst>
              <a:ext uri="{FF2B5EF4-FFF2-40B4-BE49-F238E27FC236}">
                <a16:creationId xmlns:a16="http://schemas.microsoft.com/office/drawing/2014/main" id="{24662CC9-077C-9AAC-0AFA-4936E6BC4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14" r="36733" b="-3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5AE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571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BBA6B-D5E7-6E75-7D4B-B433E090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Container Orchestration 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293E-DCE7-5F59-CF27-2870D358A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To make this effective at scale we add another layer on top of Containers which is responsible for:</a:t>
            </a:r>
          </a:p>
          <a:p>
            <a:pPr lvl="1"/>
            <a:r>
              <a:rPr lang="en-US" sz="2200">
                <a:ea typeface="+mn-lt"/>
                <a:cs typeface="+mn-lt"/>
              </a:rPr>
              <a:t>Starting and stopping all containers</a:t>
            </a:r>
          </a:p>
          <a:p>
            <a:pPr lvl="1"/>
            <a:r>
              <a:rPr lang="en-US" sz="2200">
                <a:ea typeface="+mn-lt"/>
                <a:cs typeface="+mn-lt"/>
              </a:rPr>
              <a:t>Load balancing between containers</a:t>
            </a:r>
          </a:p>
          <a:p>
            <a:pPr lvl="1"/>
            <a:r>
              <a:rPr lang="en-US" sz="2200">
                <a:ea typeface="+mn-lt"/>
                <a:cs typeface="+mn-lt"/>
              </a:rPr>
              <a:t>Can monitor and automate the process of starting and stopping containers.</a:t>
            </a:r>
          </a:p>
          <a:p>
            <a:r>
              <a:rPr lang="en-US" sz="2200">
                <a:ea typeface="+mn-lt"/>
                <a:cs typeface="+mn-lt"/>
              </a:rPr>
              <a:t>Tools that provide this server are called Orchestrators.  The most common used tools are:</a:t>
            </a:r>
          </a:p>
          <a:p>
            <a:pPr lvl="1"/>
            <a:r>
              <a:rPr lang="en-US" sz="2200">
                <a:ea typeface="+mn-lt"/>
                <a:cs typeface="+mn-lt"/>
              </a:rPr>
              <a:t>Kubernetes</a:t>
            </a:r>
          </a:p>
          <a:p>
            <a:pPr lvl="1"/>
            <a:r>
              <a:rPr lang="en-US" sz="2200">
                <a:ea typeface="+mn-lt"/>
                <a:cs typeface="+mn-lt"/>
              </a:rPr>
              <a:t>Swarm</a:t>
            </a:r>
          </a:p>
          <a:p>
            <a:endParaRPr lang="en-US" sz="2200">
              <a:cs typeface="Calibri"/>
            </a:endParaRPr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07FD2CFB-8149-57B9-8722-036177E14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1" r="3290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0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Introduction to Docker</vt:lpstr>
      <vt:lpstr>What is a Container</vt:lpstr>
      <vt:lpstr>What is Docker</vt:lpstr>
      <vt:lpstr>Docker Network</vt:lpstr>
      <vt:lpstr>Docker Images</vt:lpstr>
      <vt:lpstr>How to Define Docker Images</vt:lpstr>
      <vt:lpstr>Available Docker Images</vt:lpstr>
      <vt:lpstr>Example of a Dockerfile</vt:lpstr>
      <vt:lpstr>Example Dockerfile</vt:lpstr>
      <vt:lpstr>Docker Compose</vt:lpstr>
      <vt:lpstr>Accessing Docker Containers</vt:lpstr>
      <vt:lpstr>Example of a Docker Compose File</vt:lpstr>
      <vt:lpstr>Accessing a Container</vt:lpstr>
      <vt:lpstr>Why are Containers so Useful</vt:lpstr>
      <vt:lpstr>What is Container Orchestration</vt:lpstr>
      <vt:lpstr>Container Orchestration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460</cp:revision>
  <dcterms:created xsi:type="dcterms:W3CDTF">2022-11-08T09:45:47Z</dcterms:created>
  <dcterms:modified xsi:type="dcterms:W3CDTF">2022-11-09T09:09:27Z</dcterms:modified>
</cp:coreProperties>
</file>