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37" r:id="rId2"/>
  </p:sldMasterIdLst>
  <p:sldIdLst>
    <p:sldId id="256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8" r:id="rId12"/>
    <p:sldId id="269" r:id="rId13"/>
    <p:sldId id="265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1C4E7-A50B-6D9D-4C9D-EBF877351BDC}" v="691" dt="2023-11-06T10:44:57.828"/>
    <p1510:client id="{A3474380-B532-40FD-847C-923142EA6065}" v="2425" dt="2022-10-19T08:44:53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50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5.svg"/><Relationship Id="rId4" Type="http://schemas.openxmlformats.org/officeDocument/2006/relationships/image" Target="../media/image30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5.svg"/><Relationship Id="rId4" Type="http://schemas.openxmlformats.org/officeDocument/2006/relationships/image" Target="../media/image30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5881ED-70F1-4460-93D2-176401C35771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853A0EF-4EE2-426C-8E85-B83AAFC69185}">
      <dgm:prSet/>
      <dgm:spPr/>
      <dgm:t>
        <a:bodyPr/>
        <a:lstStyle/>
        <a:p>
          <a:r>
            <a:rPr lang="en-US"/>
            <a:t>The process through which software flows through any development process is:</a:t>
          </a:r>
        </a:p>
      </dgm:t>
    </dgm:pt>
    <dgm:pt modelId="{035536CE-24D9-46F2-94C3-E875EC8E9BB0}" type="parTrans" cxnId="{6B7CF780-5E4A-4005-B255-6D6D49CD2DD9}">
      <dgm:prSet/>
      <dgm:spPr/>
      <dgm:t>
        <a:bodyPr/>
        <a:lstStyle/>
        <a:p>
          <a:endParaRPr lang="en-US"/>
        </a:p>
      </dgm:t>
    </dgm:pt>
    <dgm:pt modelId="{6A3D7A84-3597-4020-974C-147B503338CB}" type="sibTrans" cxnId="{6B7CF780-5E4A-4005-B255-6D6D49CD2DD9}">
      <dgm:prSet/>
      <dgm:spPr/>
      <dgm:t>
        <a:bodyPr/>
        <a:lstStyle/>
        <a:p>
          <a:endParaRPr lang="en-US"/>
        </a:p>
      </dgm:t>
    </dgm:pt>
    <dgm:pt modelId="{9A909189-48FF-4E42-B847-FD6A753B395B}">
      <dgm:prSet/>
      <dgm:spPr/>
      <dgm:t>
        <a:bodyPr/>
        <a:lstStyle/>
        <a:p>
          <a:r>
            <a:rPr lang="en-US"/>
            <a:t>Development</a:t>
          </a:r>
        </a:p>
      </dgm:t>
    </dgm:pt>
    <dgm:pt modelId="{884464D7-24E6-493C-8DC2-DFB974C4430D}" type="parTrans" cxnId="{62348765-921E-48D8-9F1F-EE67A6FF4E2D}">
      <dgm:prSet/>
      <dgm:spPr/>
      <dgm:t>
        <a:bodyPr/>
        <a:lstStyle/>
        <a:p>
          <a:endParaRPr lang="en-US"/>
        </a:p>
      </dgm:t>
    </dgm:pt>
    <dgm:pt modelId="{8E9AD9D7-9960-4A49-9B25-675D232663E7}" type="sibTrans" cxnId="{62348765-921E-48D8-9F1F-EE67A6FF4E2D}">
      <dgm:prSet/>
      <dgm:spPr/>
      <dgm:t>
        <a:bodyPr/>
        <a:lstStyle/>
        <a:p>
          <a:endParaRPr lang="en-US"/>
        </a:p>
      </dgm:t>
    </dgm:pt>
    <dgm:pt modelId="{F3887EF9-F760-406F-A68E-38809C818722}">
      <dgm:prSet/>
      <dgm:spPr/>
      <dgm:t>
        <a:bodyPr/>
        <a:lstStyle/>
        <a:p>
          <a:r>
            <a:rPr lang="en-US"/>
            <a:t>Testing</a:t>
          </a:r>
        </a:p>
      </dgm:t>
    </dgm:pt>
    <dgm:pt modelId="{54676A8D-49FB-495B-80C5-03128C8DE239}" type="parTrans" cxnId="{2D9D93AE-2DFB-4884-96F7-BFE68930120C}">
      <dgm:prSet/>
      <dgm:spPr/>
      <dgm:t>
        <a:bodyPr/>
        <a:lstStyle/>
        <a:p>
          <a:endParaRPr lang="en-US"/>
        </a:p>
      </dgm:t>
    </dgm:pt>
    <dgm:pt modelId="{1CABDD0D-665F-47EE-8BC9-FA5E52A6A376}" type="sibTrans" cxnId="{2D9D93AE-2DFB-4884-96F7-BFE68930120C}">
      <dgm:prSet/>
      <dgm:spPr/>
      <dgm:t>
        <a:bodyPr/>
        <a:lstStyle/>
        <a:p>
          <a:endParaRPr lang="en-US"/>
        </a:p>
      </dgm:t>
    </dgm:pt>
    <dgm:pt modelId="{F268E7F0-3262-4257-AD8E-08B023945415}">
      <dgm:prSet/>
      <dgm:spPr/>
      <dgm:t>
        <a:bodyPr/>
        <a:lstStyle/>
        <a:p>
          <a:r>
            <a:rPr lang="en-US"/>
            <a:t>Deployment</a:t>
          </a:r>
        </a:p>
      </dgm:t>
    </dgm:pt>
    <dgm:pt modelId="{3C826CCF-F33B-4A94-91CF-E57835D66539}" type="parTrans" cxnId="{DD130E01-76FF-4E01-8173-A60DEC4E9C3F}">
      <dgm:prSet/>
      <dgm:spPr/>
      <dgm:t>
        <a:bodyPr/>
        <a:lstStyle/>
        <a:p>
          <a:endParaRPr lang="en-US"/>
        </a:p>
      </dgm:t>
    </dgm:pt>
    <dgm:pt modelId="{1AF2655C-C237-4881-8AD4-BF078A1967EC}" type="sibTrans" cxnId="{DD130E01-76FF-4E01-8173-A60DEC4E9C3F}">
      <dgm:prSet/>
      <dgm:spPr/>
      <dgm:t>
        <a:bodyPr/>
        <a:lstStyle/>
        <a:p>
          <a:endParaRPr lang="en-US"/>
        </a:p>
      </dgm:t>
    </dgm:pt>
    <dgm:pt modelId="{F278F399-DD90-4D19-AF20-9D220329897E}">
      <dgm:prSet phldr="0"/>
      <dgm:spPr/>
      <dgm:t>
        <a:bodyPr/>
        <a:lstStyle/>
        <a:p>
          <a:pPr rtl="0"/>
          <a:r>
            <a:rPr lang="en-US" dirty="0"/>
            <a:t>DevOps addresses the challenge of regular release through automation.</a:t>
          </a:r>
        </a:p>
      </dgm:t>
    </dgm:pt>
    <dgm:pt modelId="{84ABB45C-0866-4ADE-B0C5-23B2059A32DD}" type="parTrans" cxnId="{B5E29E78-0F87-4003-A5F7-74B029F4A02C}">
      <dgm:prSet/>
      <dgm:spPr/>
    </dgm:pt>
    <dgm:pt modelId="{AA3A7D98-074E-4C29-AD4E-C75C17EFBD6C}" type="sibTrans" cxnId="{B5E29E78-0F87-4003-A5F7-74B029F4A02C}">
      <dgm:prSet/>
      <dgm:spPr/>
    </dgm:pt>
    <dgm:pt modelId="{51264445-D65B-48F1-AB37-C1EDFCE585A7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Test and deployment tools</a:t>
          </a:r>
          <a:endParaRPr lang="en-US" dirty="0"/>
        </a:p>
      </dgm:t>
    </dgm:pt>
    <dgm:pt modelId="{72C7441E-A8B5-4B3D-8BE9-77C3D3112E22}" type="parTrans" cxnId="{8FC61F4D-1029-485E-B058-BC25653EE4FC}">
      <dgm:prSet/>
      <dgm:spPr/>
    </dgm:pt>
    <dgm:pt modelId="{6427245F-B433-4565-87F3-FE3A124E4E5B}" type="sibTrans" cxnId="{8FC61F4D-1029-485E-B058-BC25653EE4FC}">
      <dgm:prSet/>
      <dgm:spPr/>
    </dgm:pt>
    <dgm:pt modelId="{A5DE3907-2797-4559-A984-5489EE20F33F}">
      <dgm:prSet phldr="0"/>
      <dgm:spPr/>
      <dgm:t>
        <a:bodyPr/>
        <a:lstStyle/>
        <a:p>
          <a:r>
            <a:rPr lang="en-US" dirty="0"/>
            <a:t>Scripted </a:t>
          </a:r>
          <a:r>
            <a:rPr lang="en-US" dirty="0">
              <a:latin typeface="Calibri Light" panose="020F0302020204030204"/>
            </a:rPr>
            <a:t>processes</a:t>
          </a:r>
          <a:endParaRPr lang="en-US" dirty="0"/>
        </a:p>
      </dgm:t>
    </dgm:pt>
    <dgm:pt modelId="{DBA9226D-C3BB-475D-892C-ADBB99D46782}" type="parTrans" cxnId="{395232CC-6503-4256-BB9C-B4C056D55D78}">
      <dgm:prSet/>
      <dgm:spPr/>
    </dgm:pt>
    <dgm:pt modelId="{9C6BFBAF-EAB3-4F86-88B6-082421C4DA4F}" type="sibTrans" cxnId="{395232CC-6503-4256-BB9C-B4C056D55D78}">
      <dgm:prSet/>
      <dgm:spPr/>
    </dgm:pt>
    <dgm:pt modelId="{0AFC6F99-9C80-4454-BC3D-8AD6F1B18E59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Pipeline tools</a:t>
          </a:r>
          <a:endParaRPr lang="en-US" dirty="0"/>
        </a:p>
      </dgm:t>
    </dgm:pt>
    <dgm:pt modelId="{A7B821C5-15EE-4CD1-A2E1-A7041BAEA3A0}" type="parTrans" cxnId="{1F82C59F-8E63-4451-BEF7-BA6E23ED8C54}">
      <dgm:prSet/>
      <dgm:spPr/>
    </dgm:pt>
    <dgm:pt modelId="{ACDB3D60-505B-4298-B4D7-6A5D07A77ED3}" type="sibTrans" cxnId="{1F82C59F-8E63-4451-BEF7-BA6E23ED8C54}">
      <dgm:prSet/>
      <dgm:spPr/>
    </dgm:pt>
    <dgm:pt modelId="{21357BA9-6AAE-4D51-B028-396EA66B1E6D}" type="pres">
      <dgm:prSet presAssocID="{255881ED-70F1-4460-93D2-176401C35771}" presName="Name0" presStyleCnt="0">
        <dgm:presLayoutVars>
          <dgm:dir/>
          <dgm:animLvl val="lvl"/>
          <dgm:resizeHandles val="exact"/>
        </dgm:presLayoutVars>
      </dgm:prSet>
      <dgm:spPr/>
    </dgm:pt>
    <dgm:pt modelId="{F3B796F1-08DE-4C07-8A83-3A092535DE86}" type="pres">
      <dgm:prSet presAssocID="{F278F399-DD90-4D19-AF20-9D220329897E}" presName="boxAndChildren" presStyleCnt="0"/>
      <dgm:spPr/>
    </dgm:pt>
    <dgm:pt modelId="{216E34CC-446B-4E87-84E4-FEAD88B00868}" type="pres">
      <dgm:prSet presAssocID="{F278F399-DD90-4D19-AF20-9D220329897E}" presName="parentTextBox" presStyleLbl="alignNode1" presStyleIdx="0" presStyleCnt="2"/>
      <dgm:spPr/>
    </dgm:pt>
    <dgm:pt modelId="{0FAEC271-9E8E-4F61-9CB3-BEC3233F8D93}" type="pres">
      <dgm:prSet presAssocID="{F278F399-DD90-4D19-AF20-9D220329897E}" presName="descendantBox" presStyleLbl="bgAccFollowNode1" presStyleIdx="0" presStyleCnt="2"/>
      <dgm:spPr/>
    </dgm:pt>
    <dgm:pt modelId="{85DD25C5-8D01-44AF-8D3A-F96D23E1666D}" type="pres">
      <dgm:prSet presAssocID="{6A3D7A84-3597-4020-974C-147B503338CB}" presName="sp" presStyleCnt="0"/>
      <dgm:spPr/>
    </dgm:pt>
    <dgm:pt modelId="{7073FF91-4B5C-4FE7-A47F-94B354AE417F}" type="pres">
      <dgm:prSet presAssocID="{D853A0EF-4EE2-426C-8E85-B83AAFC69185}" presName="arrowAndChildren" presStyleCnt="0"/>
      <dgm:spPr/>
    </dgm:pt>
    <dgm:pt modelId="{55D7B35B-2F8A-47AE-BF25-04CF9E706CF2}" type="pres">
      <dgm:prSet presAssocID="{D853A0EF-4EE2-426C-8E85-B83AAFC69185}" presName="parentTextArrow" presStyleLbl="node1" presStyleIdx="0" presStyleCnt="0"/>
      <dgm:spPr/>
    </dgm:pt>
    <dgm:pt modelId="{95C0B1E0-1F69-45E6-97CE-2B5108619AF3}" type="pres">
      <dgm:prSet presAssocID="{D853A0EF-4EE2-426C-8E85-B83AAFC69185}" presName="arrow" presStyleLbl="alignNode1" presStyleIdx="1" presStyleCnt="2"/>
      <dgm:spPr/>
    </dgm:pt>
    <dgm:pt modelId="{4F6AB6B4-92A8-4EE0-BC58-3F1CEDD618C5}" type="pres">
      <dgm:prSet presAssocID="{D853A0EF-4EE2-426C-8E85-B83AAFC69185}" presName="descendantArrow" presStyleLbl="bgAccFollowNode1" presStyleIdx="1" presStyleCnt="2"/>
      <dgm:spPr/>
    </dgm:pt>
  </dgm:ptLst>
  <dgm:cxnLst>
    <dgm:cxn modelId="{DD130E01-76FF-4E01-8173-A60DEC4E9C3F}" srcId="{D853A0EF-4EE2-426C-8E85-B83AAFC69185}" destId="{F268E7F0-3262-4257-AD8E-08B023945415}" srcOrd="2" destOrd="0" parTransId="{3C826CCF-F33B-4A94-91CF-E57835D66539}" sibTransId="{1AF2655C-C237-4881-8AD4-BF078A1967EC}"/>
    <dgm:cxn modelId="{83D18809-98B3-48F9-B48C-A2676B499EC1}" type="presOf" srcId="{A5DE3907-2797-4559-A984-5489EE20F33F}" destId="{0FAEC271-9E8E-4F61-9CB3-BEC3233F8D93}" srcOrd="0" destOrd="2" presId="urn:microsoft.com/office/officeart/2016/7/layout/VerticalDownArrowProcess"/>
    <dgm:cxn modelId="{08D48D20-2170-4F03-B4E3-E4EBD45E5A8A}" type="presOf" srcId="{F3887EF9-F760-406F-A68E-38809C818722}" destId="{4F6AB6B4-92A8-4EE0-BC58-3F1CEDD618C5}" srcOrd="0" destOrd="1" presId="urn:microsoft.com/office/officeart/2016/7/layout/VerticalDownArrowProcess"/>
    <dgm:cxn modelId="{6518CD28-C0DB-48A0-9908-760B55669758}" type="presOf" srcId="{D853A0EF-4EE2-426C-8E85-B83AAFC69185}" destId="{55D7B35B-2F8A-47AE-BF25-04CF9E706CF2}" srcOrd="0" destOrd="0" presId="urn:microsoft.com/office/officeart/2016/7/layout/VerticalDownArrowProcess"/>
    <dgm:cxn modelId="{DAE1BC2F-3795-4C9F-ACB2-31BB83C72057}" type="presOf" srcId="{F268E7F0-3262-4257-AD8E-08B023945415}" destId="{4F6AB6B4-92A8-4EE0-BC58-3F1CEDD618C5}" srcOrd="0" destOrd="2" presId="urn:microsoft.com/office/officeart/2016/7/layout/VerticalDownArrowProcess"/>
    <dgm:cxn modelId="{62348765-921E-48D8-9F1F-EE67A6FF4E2D}" srcId="{D853A0EF-4EE2-426C-8E85-B83AAFC69185}" destId="{9A909189-48FF-4E42-B847-FD6A753B395B}" srcOrd="0" destOrd="0" parTransId="{884464D7-24E6-493C-8DC2-DFB974C4430D}" sibTransId="{8E9AD9D7-9960-4A49-9B25-675D232663E7}"/>
    <dgm:cxn modelId="{8FC61F4D-1029-485E-B058-BC25653EE4FC}" srcId="{F278F399-DD90-4D19-AF20-9D220329897E}" destId="{51264445-D65B-48F1-AB37-C1EDFCE585A7}" srcOrd="1" destOrd="0" parTransId="{72C7441E-A8B5-4B3D-8BE9-77C3D3112E22}" sibTransId="{6427245F-B433-4565-87F3-FE3A124E4E5B}"/>
    <dgm:cxn modelId="{B5E29E78-0F87-4003-A5F7-74B029F4A02C}" srcId="{255881ED-70F1-4460-93D2-176401C35771}" destId="{F278F399-DD90-4D19-AF20-9D220329897E}" srcOrd="1" destOrd="0" parTransId="{84ABB45C-0866-4ADE-B0C5-23B2059A32DD}" sibTransId="{AA3A7D98-074E-4C29-AD4E-C75C17EFBD6C}"/>
    <dgm:cxn modelId="{6B7CF780-5E4A-4005-B255-6D6D49CD2DD9}" srcId="{255881ED-70F1-4460-93D2-176401C35771}" destId="{D853A0EF-4EE2-426C-8E85-B83AAFC69185}" srcOrd="0" destOrd="0" parTransId="{035536CE-24D9-46F2-94C3-E875EC8E9BB0}" sibTransId="{6A3D7A84-3597-4020-974C-147B503338CB}"/>
    <dgm:cxn modelId="{D4B4408E-315A-4050-B8A3-F0C22F069BB5}" type="presOf" srcId="{F278F399-DD90-4D19-AF20-9D220329897E}" destId="{216E34CC-446B-4E87-84E4-FEAD88B00868}" srcOrd="0" destOrd="0" presId="urn:microsoft.com/office/officeart/2016/7/layout/VerticalDownArrowProcess"/>
    <dgm:cxn modelId="{E812AF91-F57B-4D3D-8C89-509A0CAD3D77}" type="presOf" srcId="{9A909189-48FF-4E42-B847-FD6A753B395B}" destId="{4F6AB6B4-92A8-4EE0-BC58-3F1CEDD618C5}" srcOrd="0" destOrd="0" presId="urn:microsoft.com/office/officeart/2016/7/layout/VerticalDownArrowProcess"/>
    <dgm:cxn modelId="{1F82C59F-8E63-4451-BEF7-BA6E23ED8C54}" srcId="{F278F399-DD90-4D19-AF20-9D220329897E}" destId="{0AFC6F99-9C80-4454-BC3D-8AD6F1B18E59}" srcOrd="0" destOrd="0" parTransId="{A7B821C5-15EE-4CD1-A2E1-A7041BAEA3A0}" sibTransId="{ACDB3D60-505B-4298-B4D7-6A5D07A77ED3}"/>
    <dgm:cxn modelId="{A5F572A2-F51B-42C0-919D-D1A25CC28B98}" type="presOf" srcId="{255881ED-70F1-4460-93D2-176401C35771}" destId="{21357BA9-6AAE-4D51-B028-396EA66B1E6D}" srcOrd="0" destOrd="0" presId="urn:microsoft.com/office/officeart/2016/7/layout/VerticalDownArrowProcess"/>
    <dgm:cxn modelId="{F59585A3-670C-4ECA-A1A3-6A1A7CF14A7D}" type="presOf" srcId="{D853A0EF-4EE2-426C-8E85-B83AAFC69185}" destId="{95C0B1E0-1F69-45E6-97CE-2B5108619AF3}" srcOrd="1" destOrd="0" presId="urn:microsoft.com/office/officeart/2016/7/layout/VerticalDownArrowProcess"/>
    <dgm:cxn modelId="{2D9D93AE-2DFB-4884-96F7-BFE68930120C}" srcId="{D853A0EF-4EE2-426C-8E85-B83AAFC69185}" destId="{F3887EF9-F760-406F-A68E-38809C818722}" srcOrd="1" destOrd="0" parTransId="{54676A8D-49FB-495B-80C5-03128C8DE239}" sibTransId="{1CABDD0D-665F-47EE-8BC9-FA5E52A6A376}"/>
    <dgm:cxn modelId="{D045B8CA-B5FF-4DD1-A63A-4A84DBAFF670}" type="presOf" srcId="{0AFC6F99-9C80-4454-BC3D-8AD6F1B18E59}" destId="{0FAEC271-9E8E-4F61-9CB3-BEC3233F8D93}" srcOrd="0" destOrd="0" presId="urn:microsoft.com/office/officeart/2016/7/layout/VerticalDownArrowProcess"/>
    <dgm:cxn modelId="{395232CC-6503-4256-BB9C-B4C056D55D78}" srcId="{F278F399-DD90-4D19-AF20-9D220329897E}" destId="{A5DE3907-2797-4559-A984-5489EE20F33F}" srcOrd="2" destOrd="0" parTransId="{DBA9226D-C3BB-475D-892C-ADBB99D46782}" sibTransId="{9C6BFBAF-EAB3-4F86-88B6-082421C4DA4F}"/>
    <dgm:cxn modelId="{257175E9-79CB-450E-ADBF-BABAE10262B2}" type="presOf" srcId="{51264445-D65B-48F1-AB37-C1EDFCE585A7}" destId="{0FAEC271-9E8E-4F61-9CB3-BEC3233F8D93}" srcOrd="0" destOrd="1" presId="urn:microsoft.com/office/officeart/2016/7/layout/VerticalDownArrowProcess"/>
    <dgm:cxn modelId="{8B5970D0-BCD4-4533-9ACB-3AD4AC2B82A9}" type="presParOf" srcId="{21357BA9-6AAE-4D51-B028-396EA66B1E6D}" destId="{F3B796F1-08DE-4C07-8A83-3A092535DE86}" srcOrd="0" destOrd="0" presId="urn:microsoft.com/office/officeart/2016/7/layout/VerticalDownArrowProcess"/>
    <dgm:cxn modelId="{FA9BD641-9954-415A-ABE5-6FD7094BEDCD}" type="presParOf" srcId="{F3B796F1-08DE-4C07-8A83-3A092535DE86}" destId="{216E34CC-446B-4E87-84E4-FEAD88B00868}" srcOrd="0" destOrd="0" presId="urn:microsoft.com/office/officeart/2016/7/layout/VerticalDownArrowProcess"/>
    <dgm:cxn modelId="{7F72272C-FD68-497F-A511-FB9B7414BC5C}" type="presParOf" srcId="{F3B796F1-08DE-4C07-8A83-3A092535DE86}" destId="{0FAEC271-9E8E-4F61-9CB3-BEC3233F8D93}" srcOrd="1" destOrd="0" presId="urn:microsoft.com/office/officeart/2016/7/layout/VerticalDownArrowProcess"/>
    <dgm:cxn modelId="{A268E4EE-7A3A-4913-AF5A-CBF2A1B0E797}" type="presParOf" srcId="{21357BA9-6AAE-4D51-B028-396EA66B1E6D}" destId="{85DD25C5-8D01-44AF-8D3A-F96D23E1666D}" srcOrd="1" destOrd="0" presId="urn:microsoft.com/office/officeart/2016/7/layout/VerticalDownArrowProcess"/>
    <dgm:cxn modelId="{AC0A7A8D-8295-4B88-A1F2-C46421215628}" type="presParOf" srcId="{21357BA9-6AAE-4D51-B028-396EA66B1E6D}" destId="{7073FF91-4B5C-4FE7-A47F-94B354AE417F}" srcOrd="2" destOrd="0" presId="urn:microsoft.com/office/officeart/2016/7/layout/VerticalDownArrowProcess"/>
    <dgm:cxn modelId="{C1B090A6-757C-46F4-B903-697F2065BF1F}" type="presParOf" srcId="{7073FF91-4B5C-4FE7-A47F-94B354AE417F}" destId="{55D7B35B-2F8A-47AE-BF25-04CF9E706CF2}" srcOrd="0" destOrd="0" presId="urn:microsoft.com/office/officeart/2016/7/layout/VerticalDownArrowProcess"/>
    <dgm:cxn modelId="{FE14FC20-D62A-4985-86C4-0923887BB9A3}" type="presParOf" srcId="{7073FF91-4B5C-4FE7-A47F-94B354AE417F}" destId="{95C0B1E0-1F69-45E6-97CE-2B5108619AF3}" srcOrd="1" destOrd="0" presId="urn:microsoft.com/office/officeart/2016/7/layout/VerticalDownArrowProcess"/>
    <dgm:cxn modelId="{2918DFD5-282A-4A98-8EEB-6579A1122DBA}" type="presParOf" srcId="{7073FF91-4B5C-4FE7-A47F-94B354AE417F}" destId="{4F6AB6B4-92A8-4EE0-BC58-3F1CEDD618C5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F0BEFF-989D-4FFC-9892-16CCFEB992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8034432B-D74D-4810-8431-946F150ED1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 non-trivial system will be made up of many different parts.</a:t>
          </a:r>
        </a:p>
      </dgm:t>
    </dgm:pt>
    <dgm:pt modelId="{41F322F6-138F-4F4E-BC6E-EBCB3203845B}" type="parTrans" cxnId="{9A53BBF1-E871-417F-A872-CC20ED8CBB7C}">
      <dgm:prSet/>
      <dgm:spPr/>
      <dgm:t>
        <a:bodyPr/>
        <a:lstStyle/>
        <a:p>
          <a:endParaRPr lang="en-US"/>
        </a:p>
      </dgm:t>
    </dgm:pt>
    <dgm:pt modelId="{1B287173-0309-4EB4-B3D8-471800A4E15F}" type="sibTrans" cxnId="{9A53BBF1-E871-417F-A872-CC20ED8CBB7C}">
      <dgm:prSet/>
      <dgm:spPr/>
      <dgm:t>
        <a:bodyPr/>
        <a:lstStyle/>
        <a:p>
          <a:endParaRPr lang="en-US"/>
        </a:p>
      </dgm:t>
    </dgm:pt>
    <dgm:pt modelId="{7551990A-29FB-4DD1-B06A-5F4CDC023E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Non-trivial system will have multiple developers, all working on parts of a release.</a:t>
          </a:r>
        </a:p>
      </dgm:t>
    </dgm:pt>
    <dgm:pt modelId="{7FD490F2-E8B3-4806-9D63-01616E17E676}" type="parTrans" cxnId="{7B9C3822-FD8A-46F2-9D1C-11DF5A155027}">
      <dgm:prSet/>
      <dgm:spPr/>
      <dgm:t>
        <a:bodyPr/>
        <a:lstStyle/>
        <a:p>
          <a:endParaRPr lang="en-US"/>
        </a:p>
      </dgm:t>
    </dgm:pt>
    <dgm:pt modelId="{B36FE532-C828-47C8-A8F6-21ABAED94F23}" type="sibTrans" cxnId="{7B9C3822-FD8A-46F2-9D1C-11DF5A155027}">
      <dgm:prSet/>
      <dgm:spPr/>
      <dgm:t>
        <a:bodyPr/>
        <a:lstStyle/>
        <a:p>
          <a:endParaRPr lang="en-US"/>
        </a:p>
      </dgm:t>
    </dgm:pt>
    <dgm:pt modelId="{BD1C824D-BE35-418B-A2F8-19A398B5DA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developer should test what they have written (unit testing).</a:t>
          </a:r>
        </a:p>
      </dgm:t>
    </dgm:pt>
    <dgm:pt modelId="{E1330D05-C50A-4D33-9598-7EA444EC8152}" type="parTrans" cxnId="{301CA423-B0AA-451C-B289-CB1DCDFDD564}">
      <dgm:prSet/>
      <dgm:spPr/>
      <dgm:t>
        <a:bodyPr/>
        <a:lstStyle/>
        <a:p>
          <a:endParaRPr lang="en-US"/>
        </a:p>
      </dgm:t>
    </dgm:pt>
    <dgm:pt modelId="{724F4DFA-C5A1-4680-91A1-786D935AE525}" type="sibTrans" cxnId="{301CA423-B0AA-451C-B289-CB1DCDFDD564}">
      <dgm:prSet/>
      <dgm:spPr/>
      <dgm:t>
        <a:bodyPr/>
        <a:lstStyle/>
        <a:p>
          <a:endParaRPr lang="en-US"/>
        </a:p>
      </dgm:t>
    </dgm:pt>
    <dgm:pt modelId="{3AF07ED0-F309-4902-BD43-2CA9711477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Developers may also be working on different releases so it is necessary to keep a track of what code is meant for which release.</a:t>
          </a:r>
        </a:p>
      </dgm:t>
    </dgm:pt>
    <dgm:pt modelId="{E4649820-FC57-4D2C-BD74-06CC629C8A3F}" type="parTrans" cxnId="{454D9D0A-EB89-420E-A430-3A5D79FC9A75}">
      <dgm:prSet/>
      <dgm:spPr/>
      <dgm:t>
        <a:bodyPr/>
        <a:lstStyle/>
        <a:p>
          <a:endParaRPr lang="en-US"/>
        </a:p>
      </dgm:t>
    </dgm:pt>
    <dgm:pt modelId="{9618186B-3DDE-4399-BA8B-EA25319EF725}" type="sibTrans" cxnId="{454D9D0A-EB89-420E-A430-3A5D79FC9A75}">
      <dgm:prSet/>
      <dgm:spPr/>
      <dgm:t>
        <a:bodyPr/>
        <a:lstStyle/>
        <a:p>
          <a:endParaRPr lang="en-US"/>
        </a:p>
      </dgm:t>
    </dgm:pt>
    <dgm:pt modelId="{8F3E895B-39F8-4040-B0DD-9D782E1B59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Source Control tools are used to manage this process.</a:t>
          </a:r>
        </a:p>
      </dgm:t>
    </dgm:pt>
    <dgm:pt modelId="{CDBE5E98-9D46-4BB0-B952-79421C2ECCD9}" type="parTrans" cxnId="{F0DD1AD8-EF29-40F9-A1C4-40A6FF17FFAF}">
      <dgm:prSet/>
      <dgm:spPr/>
      <dgm:t>
        <a:bodyPr/>
        <a:lstStyle/>
        <a:p>
          <a:endParaRPr lang="en-US"/>
        </a:p>
      </dgm:t>
    </dgm:pt>
    <dgm:pt modelId="{86AB1F64-FE57-4773-BF76-5F28217A7FF5}" type="sibTrans" cxnId="{F0DD1AD8-EF29-40F9-A1C4-40A6FF17FFAF}">
      <dgm:prSet/>
      <dgm:spPr/>
      <dgm:t>
        <a:bodyPr/>
        <a:lstStyle/>
        <a:p>
          <a:endParaRPr lang="en-US"/>
        </a:p>
      </dgm:t>
    </dgm:pt>
    <dgm:pt modelId="{DDF345C4-DB99-4FAF-ABF2-2104066C7E95}" type="pres">
      <dgm:prSet presAssocID="{8EF0BEFF-989D-4FFC-9892-16CCFEB99259}" presName="root" presStyleCnt="0">
        <dgm:presLayoutVars>
          <dgm:dir/>
          <dgm:resizeHandles val="exact"/>
        </dgm:presLayoutVars>
      </dgm:prSet>
      <dgm:spPr/>
    </dgm:pt>
    <dgm:pt modelId="{E7C7B9A1-3F3A-4801-B404-8D924BD423B4}" type="pres">
      <dgm:prSet presAssocID="{8034432B-D74D-4810-8431-946F150ED149}" presName="compNode" presStyleCnt="0"/>
      <dgm:spPr/>
    </dgm:pt>
    <dgm:pt modelId="{49155ED8-DE0C-4B4F-9CCE-B04D211072A5}" type="pres">
      <dgm:prSet presAssocID="{8034432B-D74D-4810-8431-946F150ED149}" presName="bgRect" presStyleLbl="bgShp" presStyleIdx="0" presStyleCnt="5"/>
      <dgm:spPr/>
    </dgm:pt>
    <dgm:pt modelId="{C3A1A241-4D0D-4CD0-983C-ADF3CF30C59F}" type="pres">
      <dgm:prSet presAssocID="{8034432B-D74D-4810-8431-946F150ED149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154EC90-242B-4C34-A488-6F1F898C92B8}" type="pres">
      <dgm:prSet presAssocID="{8034432B-D74D-4810-8431-946F150ED149}" presName="spaceRect" presStyleCnt="0"/>
      <dgm:spPr/>
    </dgm:pt>
    <dgm:pt modelId="{6698A321-A575-461A-81C8-FF2D828C3EB7}" type="pres">
      <dgm:prSet presAssocID="{8034432B-D74D-4810-8431-946F150ED149}" presName="parTx" presStyleLbl="revTx" presStyleIdx="0" presStyleCnt="5">
        <dgm:presLayoutVars>
          <dgm:chMax val="0"/>
          <dgm:chPref val="0"/>
        </dgm:presLayoutVars>
      </dgm:prSet>
      <dgm:spPr/>
    </dgm:pt>
    <dgm:pt modelId="{6706F6C6-8DEB-4A09-8F10-7DFA9087AF00}" type="pres">
      <dgm:prSet presAssocID="{1B287173-0309-4EB4-B3D8-471800A4E15F}" presName="sibTrans" presStyleCnt="0"/>
      <dgm:spPr/>
    </dgm:pt>
    <dgm:pt modelId="{63E45B83-2883-4B06-840B-25EEE856D708}" type="pres">
      <dgm:prSet presAssocID="{7551990A-29FB-4DD1-B06A-5F4CDC023E6E}" presName="compNode" presStyleCnt="0"/>
      <dgm:spPr/>
    </dgm:pt>
    <dgm:pt modelId="{5B5CFB8B-2187-4B1B-B60A-1B32E69AF51C}" type="pres">
      <dgm:prSet presAssocID="{7551990A-29FB-4DD1-B06A-5F4CDC023E6E}" presName="bgRect" presStyleLbl="bgShp" presStyleIdx="1" presStyleCnt="5"/>
      <dgm:spPr/>
    </dgm:pt>
    <dgm:pt modelId="{C99012CB-CEF0-4584-B422-A1FB163EB2FC}" type="pres">
      <dgm:prSet presAssocID="{7551990A-29FB-4DD1-B06A-5F4CDC023E6E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DC5AADE-320B-498C-BAB5-106E9420C3F2}" type="pres">
      <dgm:prSet presAssocID="{7551990A-29FB-4DD1-B06A-5F4CDC023E6E}" presName="spaceRect" presStyleCnt="0"/>
      <dgm:spPr/>
    </dgm:pt>
    <dgm:pt modelId="{434C85A4-D521-4F6A-8548-D75F5337BDF0}" type="pres">
      <dgm:prSet presAssocID="{7551990A-29FB-4DD1-B06A-5F4CDC023E6E}" presName="parTx" presStyleLbl="revTx" presStyleIdx="1" presStyleCnt="5">
        <dgm:presLayoutVars>
          <dgm:chMax val="0"/>
          <dgm:chPref val="0"/>
        </dgm:presLayoutVars>
      </dgm:prSet>
      <dgm:spPr/>
    </dgm:pt>
    <dgm:pt modelId="{9C783E4E-A9EA-44B0-AE99-7E9644BBF60B}" type="pres">
      <dgm:prSet presAssocID="{B36FE532-C828-47C8-A8F6-21ABAED94F23}" presName="sibTrans" presStyleCnt="0"/>
      <dgm:spPr/>
    </dgm:pt>
    <dgm:pt modelId="{5CEAD4A1-0EDE-4CF9-B91A-FACB3A4CFF2F}" type="pres">
      <dgm:prSet presAssocID="{BD1C824D-BE35-418B-A2F8-19A398B5DA73}" presName="compNode" presStyleCnt="0"/>
      <dgm:spPr/>
    </dgm:pt>
    <dgm:pt modelId="{6D04F53E-14F1-4352-AF44-286FCED66539}" type="pres">
      <dgm:prSet presAssocID="{BD1C824D-BE35-418B-A2F8-19A398B5DA73}" presName="bgRect" presStyleLbl="bgShp" presStyleIdx="2" presStyleCnt="5"/>
      <dgm:spPr/>
    </dgm:pt>
    <dgm:pt modelId="{7E50936A-2C6C-4FFF-993D-63605ECD287B}" type="pres">
      <dgm:prSet presAssocID="{BD1C824D-BE35-418B-A2F8-19A398B5DA73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31D4624-899B-414B-B745-65A066727723}" type="pres">
      <dgm:prSet presAssocID="{BD1C824D-BE35-418B-A2F8-19A398B5DA73}" presName="spaceRect" presStyleCnt="0"/>
      <dgm:spPr/>
    </dgm:pt>
    <dgm:pt modelId="{0CCAF8CD-E5B0-4310-8B94-EEDA7783195D}" type="pres">
      <dgm:prSet presAssocID="{BD1C824D-BE35-418B-A2F8-19A398B5DA73}" presName="parTx" presStyleLbl="revTx" presStyleIdx="2" presStyleCnt="5">
        <dgm:presLayoutVars>
          <dgm:chMax val="0"/>
          <dgm:chPref val="0"/>
        </dgm:presLayoutVars>
      </dgm:prSet>
      <dgm:spPr/>
    </dgm:pt>
    <dgm:pt modelId="{7D8F9FCA-ECF7-4A7D-BBFF-3CFC56464C4F}" type="pres">
      <dgm:prSet presAssocID="{724F4DFA-C5A1-4680-91A1-786D935AE525}" presName="sibTrans" presStyleCnt="0"/>
      <dgm:spPr/>
    </dgm:pt>
    <dgm:pt modelId="{933A021B-4A14-4E45-BDA2-C9D7EB79AD02}" type="pres">
      <dgm:prSet presAssocID="{3AF07ED0-F309-4902-BD43-2CA9711477CB}" presName="compNode" presStyleCnt="0"/>
      <dgm:spPr/>
    </dgm:pt>
    <dgm:pt modelId="{93168C89-246A-4D96-AF97-43BE0EE36A64}" type="pres">
      <dgm:prSet presAssocID="{3AF07ED0-F309-4902-BD43-2CA9711477CB}" presName="bgRect" presStyleLbl="bgShp" presStyleIdx="3" presStyleCnt="5"/>
      <dgm:spPr/>
    </dgm:pt>
    <dgm:pt modelId="{2FDF2DB3-80B8-4265-9163-6948169D51ED}" type="pres">
      <dgm:prSet presAssocID="{3AF07ED0-F309-4902-BD43-2CA9711477CB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BFD20AC-9B02-437F-A0E9-188480313829}" type="pres">
      <dgm:prSet presAssocID="{3AF07ED0-F309-4902-BD43-2CA9711477CB}" presName="spaceRect" presStyleCnt="0"/>
      <dgm:spPr/>
    </dgm:pt>
    <dgm:pt modelId="{22E2EEE0-A598-4583-8B24-C1691A33AB31}" type="pres">
      <dgm:prSet presAssocID="{3AF07ED0-F309-4902-BD43-2CA9711477CB}" presName="parTx" presStyleLbl="revTx" presStyleIdx="3" presStyleCnt="5">
        <dgm:presLayoutVars>
          <dgm:chMax val="0"/>
          <dgm:chPref val="0"/>
        </dgm:presLayoutVars>
      </dgm:prSet>
      <dgm:spPr/>
    </dgm:pt>
    <dgm:pt modelId="{B9E43DDA-27F5-47CB-8A55-017C331C475D}" type="pres">
      <dgm:prSet presAssocID="{9618186B-3DDE-4399-BA8B-EA25319EF725}" presName="sibTrans" presStyleCnt="0"/>
      <dgm:spPr/>
    </dgm:pt>
    <dgm:pt modelId="{A68C4B14-1DA9-4640-A47C-F10E41C66841}" type="pres">
      <dgm:prSet presAssocID="{8F3E895B-39F8-4040-B0DD-9D782E1B596A}" presName="compNode" presStyleCnt="0"/>
      <dgm:spPr/>
    </dgm:pt>
    <dgm:pt modelId="{843444F6-E666-4023-8CB1-62564076D5F2}" type="pres">
      <dgm:prSet presAssocID="{8F3E895B-39F8-4040-B0DD-9D782E1B596A}" presName="bgRect" presStyleLbl="bgShp" presStyleIdx="4" presStyleCnt="5"/>
      <dgm:spPr/>
    </dgm:pt>
    <dgm:pt modelId="{D949CA02-D603-4448-A864-048B621DA1AC}" type="pres">
      <dgm:prSet presAssocID="{8F3E895B-39F8-4040-B0DD-9D782E1B596A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CBF98DF-87AA-4F74-84C6-72BA791BA487}" type="pres">
      <dgm:prSet presAssocID="{8F3E895B-39F8-4040-B0DD-9D782E1B596A}" presName="spaceRect" presStyleCnt="0"/>
      <dgm:spPr/>
    </dgm:pt>
    <dgm:pt modelId="{D8CC53B4-E614-41AE-9EEB-D3849A2183B3}" type="pres">
      <dgm:prSet presAssocID="{8F3E895B-39F8-4040-B0DD-9D782E1B596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98B1A06-4A04-4A2B-91B9-365907FF0031}" type="presOf" srcId="{8F3E895B-39F8-4040-B0DD-9D782E1B596A}" destId="{D8CC53B4-E614-41AE-9EEB-D3849A2183B3}" srcOrd="0" destOrd="0" presId="urn:microsoft.com/office/officeart/2018/2/layout/IconVerticalSolidList"/>
    <dgm:cxn modelId="{454D9D0A-EB89-420E-A430-3A5D79FC9A75}" srcId="{8EF0BEFF-989D-4FFC-9892-16CCFEB99259}" destId="{3AF07ED0-F309-4902-BD43-2CA9711477CB}" srcOrd="3" destOrd="0" parTransId="{E4649820-FC57-4D2C-BD74-06CC629C8A3F}" sibTransId="{9618186B-3DDE-4399-BA8B-EA25319EF725}"/>
    <dgm:cxn modelId="{7B9C3822-FD8A-46F2-9D1C-11DF5A155027}" srcId="{8EF0BEFF-989D-4FFC-9892-16CCFEB99259}" destId="{7551990A-29FB-4DD1-B06A-5F4CDC023E6E}" srcOrd="1" destOrd="0" parTransId="{7FD490F2-E8B3-4806-9D63-01616E17E676}" sibTransId="{B36FE532-C828-47C8-A8F6-21ABAED94F23}"/>
    <dgm:cxn modelId="{301CA423-B0AA-451C-B289-CB1DCDFDD564}" srcId="{8EF0BEFF-989D-4FFC-9892-16CCFEB99259}" destId="{BD1C824D-BE35-418B-A2F8-19A398B5DA73}" srcOrd="2" destOrd="0" parTransId="{E1330D05-C50A-4D33-9598-7EA444EC8152}" sibTransId="{724F4DFA-C5A1-4680-91A1-786D935AE525}"/>
    <dgm:cxn modelId="{1745E330-9B3F-47FE-8417-268E0283FB49}" type="presOf" srcId="{7551990A-29FB-4DD1-B06A-5F4CDC023E6E}" destId="{434C85A4-D521-4F6A-8548-D75F5337BDF0}" srcOrd="0" destOrd="0" presId="urn:microsoft.com/office/officeart/2018/2/layout/IconVerticalSolidList"/>
    <dgm:cxn modelId="{F238506B-94EE-4269-9946-8E56BB4D9BD8}" type="presOf" srcId="{8EF0BEFF-989D-4FFC-9892-16CCFEB99259}" destId="{DDF345C4-DB99-4FAF-ABF2-2104066C7E95}" srcOrd="0" destOrd="0" presId="urn:microsoft.com/office/officeart/2018/2/layout/IconVerticalSolidList"/>
    <dgm:cxn modelId="{E10F627B-5BBA-4D12-A5CD-E97AABA24F9E}" type="presOf" srcId="{8034432B-D74D-4810-8431-946F150ED149}" destId="{6698A321-A575-461A-81C8-FF2D828C3EB7}" srcOrd="0" destOrd="0" presId="urn:microsoft.com/office/officeart/2018/2/layout/IconVerticalSolidList"/>
    <dgm:cxn modelId="{368606A0-E8AE-43CE-A8DB-C499C04E3204}" type="presOf" srcId="{BD1C824D-BE35-418B-A2F8-19A398B5DA73}" destId="{0CCAF8CD-E5B0-4310-8B94-EEDA7783195D}" srcOrd="0" destOrd="0" presId="urn:microsoft.com/office/officeart/2018/2/layout/IconVerticalSolidList"/>
    <dgm:cxn modelId="{DEA6B8C5-844E-421B-A0EB-B40A7EA3CCA8}" type="presOf" srcId="{3AF07ED0-F309-4902-BD43-2CA9711477CB}" destId="{22E2EEE0-A598-4583-8B24-C1691A33AB31}" srcOrd="0" destOrd="0" presId="urn:microsoft.com/office/officeart/2018/2/layout/IconVerticalSolidList"/>
    <dgm:cxn modelId="{F0DD1AD8-EF29-40F9-A1C4-40A6FF17FFAF}" srcId="{8EF0BEFF-989D-4FFC-9892-16CCFEB99259}" destId="{8F3E895B-39F8-4040-B0DD-9D782E1B596A}" srcOrd="4" destOrd="0" parTransId="{CDBE5E98-9D46-4BB0-B952-79421C2ECCD9}" sibTransId="{86AB1F64-FE57-4773-BF76-5F28217A7FF5}"/>
    <dgm:cxn modelId="{9A53BBF1-E871-417F-A872-CC20ED8CBB7C}" srcId="{8EF0BEFF-989D-4FFC-9892-16CCFEB99259}" destId="{8034432B-D74D-4810-8431-946F150ED149}" srcOrd="0" destOrd="0" parTransId="{41F322F6-138F-4F4E-BC6E-EBCB3203845B}" sibTransId="{1B287173-0309-4EB4-B3D8-471800A4E15F}"/>
    <dgm:cxn modelId="{542C1B24-6A2E-4160-A750-7C8D2311868A}" type="presParOf" srcId="{DDF345C4-DB99-4FAF-ABF2-2104066C7E95}" destId="{E7C7B9A1-3F3A-4801-B404-8D924BD423B4}" srcOrd="0" destOrd="0" presId="urn:microsoft.com/office/officeart/2018/2/layout/IconVerticalSolidList"/>
    <dgm:cxn modelId="{DCA3950B-6702-4865-BCD8-B94642AC414B}" type="presParOf" srcId="{E7C7B9A1-3F3A-4801-B404-8D924BD423B4}" destId="{49155ED8-DE0C-4B4F-9CCE-B04D211072A5}" srcOrd="0" destOrd="0" presId="urn:microsoft.com/office/officeart/2018/2/layout/IconVerticalSolidList"/>
    <dgm:cxn modelId="{2459D37C-0BDF-4154-A0AD-C1AD7BD3E296}" type="presParOf" srcId="{E7C7B9A1-3F3A-4801-B404-8D924BD423B4}" destId="{C3A1A241-4D0D-4CD0-983C-ADF3CF30C59F}" srcOrd="1" destOrd="0" presId="urn:microsoft.com/office/officeart/2018/2/layout/IconVerticalSolidList"/>
    <dgm:cxn modelId="{82881090-9EF3-42E4-BF82-C376004F6A87}" type="presParOf" srcId="{E7C7B9A1-3F3A-4801-B404-8D924BD423B4}" destId="{7154EC90-242B-4C34-A488-6F1F898C92B8}" srcOrd="2" destOrd="0" presId="urn:microsoft.com/office/officeart/2018/2/layout/IconVerticalSolidList"/>
    <dgm:cxn modelId="{5BD4DB6A-12C8-4DE7-9244-CE4E8A34E705}" type="presParOf" srcId="{E7C7B9A1-3F3A-4801-B404-8D924BD423B4}" destId="{6698A321-A575-461A-81C8-FF2D828C3EB7}" srcOrd="3" destOrd="0" presId="urn:microsoft.com/office/officeart/2018/2/layout/IconVerticalSolidList"/>
    <dgm:cxn modelId="{E599A23B-D610-4D46-92A4-23DAF0E0A310}" type="presParOf" srcId="{DDF345C4-DB99-4FAF-ABF2-2104066C7E95}" destId="{6706F6C6-8DEB-4A09-8F10-7DFA9087AF00}" srcOrd="1" destOrd="0" presId="urn:microsoft.com/office/officeart/2018/2/layout/IconVerticalSolidList"/>
    <dgm:cxn modelId="{0911F753-4489-4FA9-B2AF-AD53926253CD}" type="presParOf" srcId="{DDF345C4-DB99-4FAF-ABF2-2104066C7E95}" destId="{63E45B83-2883-4B06-840B-25EEE856D708}" srcOrd="2" destOrd="0" presId="urn:microsoft.com/office/officeart/2018/2/layout/IconVerticalSolidList"/>
    <dgm:cxn modelId="{EE63B0AC-7AA2-45A2-936A-951F6E234C64}" type="presParOf" srcId="{63E45B83-2883-4B06-840B-25EEE856D708}" destId="{5B5CFB8B-2187-4B1B-B60A-1B32E69AF51C}" srcOrd="0" destOrd="0" presId="urn:microsoft.com/office/officeart/2018/2/layout/IconVerticalSolidList"/>
    <dgm:cxn modelId="{7A9BB779-3D7E-4B5D-A861-6816E72188DD}" type="presParOf" srcId="{63E45B83-2883-4B06-840B-25EEE856D708}" destId="{C99012CB-CEF0-4584-B422-A1FB163EB2FC}" srcOrd="1" destOrd="0" presId="urn:microsoft.com/office/officeart/2018/2/layout/IconVerticalSolidList"/>
    <dgm:cxn modelId="{E2CFBF0E-0C42-4C51-B979-A598C917D912}" type="presParOf" srcId="{63E45B83-2883-4B06-840B-25EEE856D708}" destId="{7DC5AADE-320B-498C-BAB5-106E9420C3F2}" srcOrd="2" destOrd="0" presId="urn:microsoft.com/office/officeart/2018/2/layout/IconVerticalSolidList"/>
    <dgm:cxn modelId="{EB949482-22A2-4AA3-8B76-F4929433C7E1}" type="presParOf" srcId="{63E45B83-2883-4B06-840B-25EEE856D708}" destId="{434C85A4-D521-4F6A-8548-D75F5337BDF0}" srcOrd="3" destOrd="0" presId="urn:microsoft.com/office/officeart/2018/2/layout/IconVerticalSolidList"/>
    <dgm:cxn modelId="{DDCCA14C-7360-455E-A798-431136695CEA}" type="presParOf" srcId="{DDF345C4-DB99-4FAF-ABF2-2104066C7E95}" destId="{9C783E4E-A9EA-44B0-AE99-7E9644BBF60B}" srcOrd="3" destOrd="0" presId="urn:microsoft.com/office/officeart/2018/2/layout/IconVerticalSolidList"/>
    <dgm:cxn modelId="{E87151DD-94C0-4FF0-A337-5AF3086E41CE}" type="presParOf" srcId="{DDF345C4-DB99-4FAF-ABF2-2104066C7E95}" destId="{5CEAD4A1-0EDE-4CF9-B91A-FACB3A4CFF2F}" srcOrd="4" destOrd="0" presId="urn:microsoft.com/office/officeart/2018/2/layout/IconVerticalSolidList"/>
    <dgm:cxn modelId="{624A37DE-3E84-498E-B2F2-260EEE393779}" type="presParOf" srcId="{5CEAD4A1-0EDE-4CF9-B91A-FACB3A4CFF2F}" destId="{6D04F53E-14F1-4352-AF44-286FCED66539}" srcOrd="0" destOrd="0" presId="urn:microsoft.com/office/officeart/2018/2/layout/IconVerticalSolidList"/>
    <dgm:cxn modelId="{F9757801-5AAB-4B00-810E-6DFEF1D11823}" type="presParOf" srcId="{5CEAD4A1-0EDE-4CF9-B91A-FACB3A4CFF2F}" destId="{7E50936A-2C6C-4FFF-993D-63605ECD287B}" srcOrd="1" destOrd="0" presId="urn:microsoft.com/office/officeart/2018/2/layout/IconVerticalSolidList"/>
    <dgm:cxn modelId="{FB098DE8-DDA6-4BCB-AD1D-95414173DC97}" type="presParOf" srcId="{5CEAD4A1-0EDE-4CF9-B91A-FACB3A4CFF2F}" destId="{631D4624-899B-414B-B745-65A066727723}" srcOrd="2" destOrd="0" presId="urn:microsoft.com/office/officeart/2018/2/layout/IconVerticalSolidList"/>
    <dgm:cxn modelId="{9D74F4E0-46E4-445E-ACF3-A966BEDE13A7}" type="presParOf" srcId="{5CEAD4A1-0EDE-4CF9-B91A-FACB3A4CFF2F}" destId="{0CCAF8CD-E5B0-4310-8B94-EEDA7783195D}" srcOrd="3" destOrd="0" presId="urn:microsoft.com/office/officeart/2018/2/layout/IconVerticalSolidList"/>
    <dgm:cxn modelId="{95D67EFD-79D6-4015-BDB3-41ED0D1BF45D}" type="presParOf" srcId="{DDF345C4-DB99-4FAF-ABF2-2104066C7E95}" destId="{7D8F9FCA-ECF7-4A7D-BBFF-3CFC56464C4F}" srcOrd="5" destOrd="0" presId="urn:microsoft.com/office/officeart/2018/2/layout/IconVerticalSolidList"/>
    <dgm:cxn modelId="{22984455-5FBD-4BFF-9945-E4A9084A1158}" type="presParOf" srcId="{DDF345C4-DB99-4FAF-ABF2-2104066C7E95}" destId="{933A021B-4A14-4E45-BDA2-C9D7EB79AD02}" srcOrd="6" destOrd="0" presId="urn:microsoft.com/office/officeart/2018/2/layout/IconVerticalSolidList"/>
    <dgm:cxn modelId="{90A5EECF-B0EC-48FC-821B-D0C994F33709}" type="presParOf" srcId="{933A021B-4A14-4E45-BDA2-C9D7EB79AD02}" destId="{93168C89-246A-4D96-AF97-43BE0EE36A64}" srcOrd="0" destOrd="0" presId="urn:microsoft.com/office/officeart/2018/2/layout/IconVerticalSolidList"/>
    <dgm:cxn modelId="{D5DF40ED-E4AF-4D26-929F-F68794BF0816}" type="presParOf" srcId="{933A021B-4A14-4E45-BDA2-C9D7EB79AD02}" destId="{2FDF2DB3-80B8-4265-9163-6948169D51ED}" srcOrd="1" destOrd="0" presId="urn:microsoft.com/office/officeart/2018/2/layout/IconVerticalSolidList"/>
    <dgm:cxn modelId="{942C6229-C3D1-4D59-B159-0F88C5E87264}" type="presParOf" srcId="{933A021B-4A14-4E45-BDA2-C9D7EB79AD02}" destId="{8BFD20AC-9B02-437F-A0E9-188480313829}" srcOrd="2" destOrd="0" presId="urn:microsoft.com/office/officeart/2018/2/layout/IconVerticalSolidList"/>
    <dgm:cxn modelId="{C2978045-E615-4E22-94EF-1DE0F4DDA406}" type="presParOf" srcId="{933A021B-4A14-4E45-BDA2-C9D7EB79AD02}" destId="{22E2EEE0-A598-4583-8B24-C1691A33AB31}" srcOrd="3" destOrd="0" presId="urn:microsoft.com/office/officeart/2018/2/layout/IconVerticalSolidList"/>
    <dgm:cxn modelId="{17CAC5DB-98C4-43BD-9B1B-DFF3FB5800A7}" type="presParOf" srcId="{DDF345C4-DB99-4FAF-ABF2-2104066C7E95}" destId="{B9E43DDA-27F5-47CB-8A55-017C331C475D}" srcOrd="7" destOrd="0" presId="urn:microsoft.com/office/officeart/2018/2/layout/IconVerticalSolidList"/>
    <dgm:cxn modelId="{5064CFB1-55FA-4520-9482-3F2BB7AABCF4}" type="presParOf" srcId="{DDF345C4-DB99-4FAF-ABF2-2104066C7E95}" destId="{A68C4B14-1DA9-4640-A47C-F10E41C66841}" srcOrd="8" destOrd="0" presId="urn:microsoft.com/office/officeart/2018/2/layout/IconVerticalSolidList"/>
    <dgm:cxn modelId="{F5529BAE-549E-4676-91B3-FCE4BC181DE9}" type="presParOf" srcId="{A68C4B14-1DA9-4640-A47C-F10E41C66841}" destId="{843444F6-E666-4023-8CB1-62564076D5F2}" srcOrd="0" destOrd="0" presId="urn:microsoft.com/office/officeart/2018/2/layout/IconVerticalSolidList"/>
    <dgm:cxn modelId="{9AB289AC-1B5B-4847-A4E6-E8DF2B231517}" type="presParOf" srcId="{A68C4B14-1DA9-4640-A47C-F10E41C66841}" destId="{D949CA02-D603-4448-A864-048B621DA1AC}" srcOrd="1" destOrd="0" presId="urn:microsoft.com/office/officeart/2018/2/layout/IconVerticalSolidList"/>
    <dgm:cxn modelId="{F0F7FF2C-3742-419C-84F1-47E9E5BC4EA4}" type="presParOf" srcId="{A68C4B14-1DA9-4640-A47C-F10E41C66841}" destId="{6CBF98DF-87AA-4F74-84C6-72BA791BA487}" srcOrd="2" destOrd="0" presId="urn:microsoft.com/office/officeart/2018/2/layout/IconVerticalSolidList"/>
    <dgm:cxn modelId="{2D8A9845-FEFD-4219-B3D4-10AC532DD6D7}" type="presParOf" srcId="{A68C4B14-1DA9-4640-A47C-F10E41C66841}" destId="{D8CC53B4-E614-41AE-9EEB-D3849A2183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B36C7A-7054-4038-A3FF-DC759BA45A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D70AE727-3C72-45DC-B858-36C4B86B1A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developers are happy their code works it can be combined or 'integrated' with other developer's work</a:t>
          </a:r>
        </a:p>
      </dgm:t>
    </dgm:pt>
    <dgm:pt modelId="{C3C0265B-8062-4616-9A86-9BFD1ED162D8}" type="parTrans" cxnId="{7C2828AB-8B18-4334-A949-6F983EC828A7}">
      <dgm:prSet/>
      <dgm:spPr/>
      <dgm:t>
        <a:bodyPr/>
        <a:lstStyle/>
        <a:p>
          <a:endParaRPr lang="en-US"/>
        </a:p>
      </dgm:t>
    </dgm:pt>
    <dgm:pt modelId="{C407325B-E337-4D90-9640-73CCB102A137}" type="sibTrans" cxnId="{7C2828AB-8B18-4334-A949-6F983EC828A7}">
      <dgm:prSet/>
      <dgm:spPr/>
      <dgm:t>
        <a:bodyPr/>
        <a:lstStyle/>
        <a:p>
          <a:endParaRPr lang="en-US"/>
        </a:p>
      </dgm:t>
    </dgm:pt>
    <dgm:pt modelId="{D9C93026-6808-4A03-943A-C68615180A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necessary to integrate all the new code for a release before the system can be tested.</a:t>
          </a:r>
        </a:p>
      </dgm:t>
    </dgm:pt>
    <dgm:pt modelId="{5F0EC16D-0290-4EEE-BD70-60142E95ABD0}" type="parTrans" cxnId="{2170893C-25DF-4AA4-AE37-A97862217FE1}">
      <dgm:prSet/>
      <dgm:spPr/>
      <dgm:t>
        <a:bodyPr/>
        <a:lstStyle/>
        <a:p>
          <a:endParaRPr lang="en-US"/>
        </a:p>
      </dgm:t>
    </dgm:pt>
    <dgm:pt modelId="{ECDAF23C-705A-4032-AE68-FDB2E9204098}" type="sibTrans" cxnId="{2170893C-25DF-4AA4-AE37-A97862217FE1}">
      <dgm:prSet/>
      <dgm:spPr/>
      <dgm:t>
        <a:bodyPr/>
        <a:lstStyle/>
        <a:p>
          <a:endParaRPr lang="en-US"/>
        </a:p>
      </dgm:t>
    </dgm:pt>
    <dgm:pt modelId="{F7CFC494-68F1-4C47-BB94-714F2BFC7F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integrated code also needs to be built in an environment separate from development, so any changes being developed do not impact the testing.</a:t>
          </a:r>
        </a:p>
      </dgm:t>
    </dgm:pt>
    <dgm:pt modelId="{29FFCB50-0138-44F4-8808-68B611BD0B69}" type="parTrans" cxnId="{F62E5F78-FBE1-4DDF-BE4F-B1FDC4F19644}">
      <dgm:prSet/>
      <dgm:spPr/>
      <dgm:t>
        <a:bodyPr/>
        <a:lstStyle/>
        <a:p>
          <a:endParaRPr lang="en-US"/>
        </a:p>
      </dgm:t>
    </dgm:pt>
    <dgm:pt modelId="{6FBB44AD-F15E-4D63-91F4-B09BC16AA495}" type="sibTrans" cxnId="{F62E5F78-FBE1-4DDF-BE4F-B1FDC4F19644}">
      <dgm:prSet/>
      <dgm:spPr/>
      <dgm:t>
        <a:bodyPr/>
        <a:lstStyle/>
        <a:p>
          <a:endParaRPr lang="en-US"/>
        </a:p>
      </dgm:t>
    </dgm:pt>
    <dgm:pt modelId="{66A4C2D0-BDA9-4967-82CB-BF56D15FF1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get the fastest feedback on testing, the committed code should be integrated and tested as soon as possible. </a:t>
          </a:r>
        </a:p>
      </dgm:t>
    </dgm:pt>
    <dgm:pt modelId="{8BB00422-6BC5-4BFC-BD03-0FF3AC2FB861}" type="parTrans" cxnId="{CD378E48-BF47-4452-BD42-508EC6C55BB3}">
      <dgm:prSet/>
      <dgm:spPr/>
      <dgm:t>
        <a:bodyPr/>
        <a:lstStyle/>
        <a:p>
          <a:endParaRPr lang="en-US"/>
        </a:p>
      </dgm:t>
    </dgm:pt>
    <dgm:pt modelId="{3158BBB3-D218-43FF-A6A1-34AC38ABC75B}" type="sibTrans" cxnId="{CD378E48-BF47-4452-BD42-508EC6C55BB3}">
      <dgm:prSet/>
      <dgm:spPr/>
      <dgm:t>
        <a:bodyPr/>
        <a:lstStyle/>
        <a:p>
          <a:endParaRPr lang="en-US"/>
        </a:p>
      </dgm:t>
    </dgm:pt>
    <dgm:pt modelId="{E117923E-C70A-4E12-8B55-783BD086A3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DevOps uses Continuous Integration tools automate building the code into a test environment.</a:t>
          </a:r>
        </a:p>
      </dgm:t>
    </dgm:pt>
    <dgm:pt modelId="{C182D34E-5FDF-404E-804A-0C8B2BA5C549}" type="parTrans" cxnId="{736E82D8-7D80-4316-9C15-4FCB19F1EF46}">
      <dgm:prSet/>
      <dgm:spPr/>
      <dgm:t>
        <a:bodyPr/>
        <a:lstStyle/>
        <a:p>
          <a:endParaRPr lang="en-US"/>
        </a:p>
      </dgm:t>
    </dgm:pt>
    <dgm:pt modelId="{BC14CDFA-FACC-46B9-A17A-BAB0FD8AFD4F}" type="sibTrans" cxnId="{736E82D8-7D80-4316-9C15-4FCB19F1EF46}">
      <dgm:prSet/>
      <dgm:spPr/>
      <dgm:t>
        <a:bodyPr/>
        <a:lstStyle/>
        <a:p>
          <a:endParaRPr lang="en-US"/>
        </a:p>
      </dgm:t>
    </dgm:pt>
    <dgm:pt modelId="{4929BE1F-5CB1-400B-926B-A20E5E63F2EC}" type="pres">
      <dgm:prSet presAssocID="{72B36C7A-7054-4038-A3FF-DC759BA45AD4}" presName="root" presStyleCnt="0">
        <dgm:presLayoutVars>
          <dgm:dir/>
          <dgm:resizeHandles val="exact"/>
        </dgm:presLayoutVars>
      </dgm:prSet>
      <dgm:spPr/>
    </dgm:pt>
    <dgm:pt modelId="{466D26EF-CE4C-4FE0-AE0A-6D6533922E3A}" type="pres">
      <dgm:prSet presAssocID="{D70AE727-3C72-45DC-B858-36C4B86B1A81}" presName="compNode" presStyleCnt="0"/>
      <dgm:spPr/>
    </dgm:pt>
    <dgm:pt modelId="{D09B3822-250F-45F7-946A-21A7AFDACF30}" type="pres">
      <dgm:prSet presAssocID="{D70AE727-3C72-45DC-B858-36C4B86B1A81}" presName="bgRect" presStyleLbl="bgShp" presStyleIdx="0" presStyleCnt="5"/>
      <dgm:spPr/>
    </dgm:pt>
    <dgm:pt modelId="{3E40C763-D8EE-49FC-A2AD-5DD5A7C052DD}" type="pres">
      <dgm:prSet presAssocID="{D70AE727-3C72-45DC-B858-36C4B86B1A81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C8C9D30-2500-4D51-A27B-FEA8341347C0}" type="pres">
      <dgm:prSet presAssocID="{D70AE727-3C72-45DC-B858-36C4B86B1A81}" presName="spaceRect" presStyleCnt="0"/>
      <dgm:spPr/>
    </dgm:pt>
    <dgm:pt modelId="{DC97737E-18DA-4136-819E-3A03A0F41479}" type="pres">
      <dgm:prSet presAssocID="{D70AE727-3C72-45DC-B858-36C4B86B1A81}" presName="parTx" presStyleLbl="revTx" presStyleIdx="0" presStyleCnt="5">
        <dgm:presLayoutVars>
          <dgm:chMax val="0"/>
          <dgm:chPref val="0"/>
        </dgm:presLayoutVars>
      </dgm:prSet>
      <dgm:spPr/>
    </dgm:pt>
    <dgm:pt modelId="{2E42E31D-3F96-4791-9EDE-8509856F8A62}" type="pres">
      <dgm:prSet presAssocID="{C407325B-E337-4D90-9640-73CCB102A137}" presName="sibTrans" presStyleCnt="0"/>
      <dgm:spPr/>
    </dgm:pt>
    <dgm:pt modelId="{AF378A02-44B7-44C4-943C-6B0DE6C8E0E1}" type="pres">
      <dgm:prSet presAssocID="{D9C93026-6808-4A03-943A-C68615180A05}" presName="compNode" presStyleCnt="0"/>
      <dgm:spPr/>
    </dgm:pt>
    <dgm:pt modelId="{7B894D20-17B1-4BAC-98B2-D6C15F9B2492}" type="pres">
      <dgm:prSet presAssocID="{D9C93026-6808-4A03-943A-C68615180A05}" presName="bgRect" presStyleLbl="bgShp" presStyleIdx="1" presStyleCnt="5"/>
      <dgm:spPr/>
    </dgm:pt>
    <dgm:pt modelId="{36FA5432-AE87-451E-AA6C-55B5280D6CC7}" type="pres">
      <dgm:prSet presAssocID="{D9C93026-6808-4A03-943A-C68615180A05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6976C2C-C918-4598-8CEE-7DFA5B7D4808}" type="pres">
      <dgm:prSet presAssocID="{D9C93026-6808-4A03-943A-C68615180A05}" presName="spaceRect" presStyleCnt="0"/>
      <dgm:spPr/>
    </dgm:pt>
    <dgm:pt modelId="{00583704-E787-48A8-B098-D0C9C6DE7686}" type="pres">
      <dgm:prSet presAssocID="{D9C93026-6808-4A03-943A-C68615180A05}" presName="parTx" presStyleLbl="revTx" presStyleIdx="1" presStyleCnt="5">
        <dgm:presLayoutVars>
          <dgm:chMax val="0"/>
          <dgm:chPref val="0"/>
        </dgm:presLayoutVars>
      </dgm:prSet>
      <dgm:spPr/>
    </dgm:pt>
    <dgm:pt modelId="{7D1F1373-E898-4ED5-9F27-A69B5B609914}" type="pres">
      <dgm:prSet presAssocID="{ECDAF23C-705A-4032-AE68-FDB2E9204098}" presName="sibTrans" presStyleCnt="0"/>
      <dgm:spPr/>
    </dgm:pt>
    <dgm:pt modelId="{8E756664-6A9D-4D4A-9446-CAFD8985422C}" type="pres">
      <dgm:prSet presAssocID="{F7CFC494-68F1-4C47-BB94-714F2BFC7FE2}" presName="compNode" presStyleCnt="0"/>
      <dgm:spPr/>
    </dgm:pt>
    <dgm:pt modelId="{0CEA5A55-8A76-474A-84FB-35F595E05452}" type="pres">
      <dgm:prSet presAssocID="{F7CFC494-68F1-4C47-BB94-714F2BFC7FE2}" presName="bgRect" presStyleLbl="bgShp" presStyleIdx="2" presStyleCnt="5"/>
      <dgm:spPr/>
    </dgm:pt>
    <dgm:pt modelId="{0A207F86-59D3-4A5C-8E8C-6291D72AB143}" type="pres">
      <dgm:prSet presAssocID="{F7CFC494-68F1-4C47-BB94-714F2BFC7FE2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7159825-06F8-4A1A-B5A2-FC600FC4C618}" type="pres">
      <dgm:prSet presAssocID="{F7CFC494-68F1-4C47-BB94-714F2BFC7FE2}" presName="spaceRect" presStyleCnt="0"/>
      <dgm:spPr/>
    </dgm:pt>
    <dgm:pt modelId="{3CFDDA24-1107-4A25-ABE9-FC9090DC4557}" type="pres">
      <dgm:prSet presAssocID="{F7CFC494-68F1-4C47-BB94-714F2BFC7FE2}" presName="parTx" presStyleLbl="revTx" presStyleIdx="2" presStyleCnt="5">
        <dgm:presLayoutVars>
          <dgm:chMax val="0"/>
          <dgm:chPref val="0"/>
        </dgm:presLayoutVars>
      </dgm:prSet>
      <dgm:spPr/>
    </dgm:pt>
    <dgm:pt modelId="{DCBF2AF6-63A5-4254-9BD7-43DA03380129}" type="pres">
      <dgm:prSet presAssocID="{6FBB44AD-F15E-4D63-91F4-B09BC16AA495}" presName="sibTrans" presStyleCnt="0"/>
      <dgm:spPr/>
    </dgm:pt>
    <dgm:pt modelId="{8AD3BF23-4D49-4AFD-A020-799B0F59D018}" type="pres">
      <dgm:prSet presAssocID="{66A4C2D0-BDA9-4967-82CB-BF56D15FF1D7}" presName="compNode" presStyleCnt="0"/>
      <dgm:spPr/>
    </dgm:pt>
    <dgm:pt modelId="{FC46FC05-4B2E-4803-BA23-BC287BA73531}" type="pres">
      <dgm:prSet presAssocID="{66A4C2D0-BDA9-4967-82CB-BF56D15FF1D7}" presName="bgRect" presStyleLbl="bgShp" presStyleIdx="3" presStyleCnt="5"/>
      <dgm:spPr/>
    </dgm:pt>
    <dgm:pt modelId="{8540DE70-37CB-46F9-BE2A-2987A9B9616D}" type="pres">
      <dgm:prSet presAssocID="{66A4C2D0-BDA9-4967-82CB-BF56D15FF1D7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8A76C6B1-190F-4BEC-9AEF-592601093AB1}" type="pres">
      <dgm:prSet presAssocID="{66A4C2D0-BDA9-4967-82CB-BF56D15FF1D7}" presName="spaceRect" presStyleCnt="0"/>
      <dgm:spPr/>
    </dgm:pt>
    <dgm:pt modelId="{A9727722-4189-4DF9-AF83-299BA7458CB7}" type="pres">
      <dgm:prSet presAssocID="{66A4C2D0-BDA9-4967-82CB-BF56D15FF1D7}" presName="parTx" presStyleLbl="revTx" presStyleIdx="3" presStyleCnt="5">
        <dgm:presLayoutVars>
          <dgm:chMax val="0"/>
          <dgm:chPref val="0"/>
        </dgm:presLayoutVars>
      </dgm:prSet>
      <dgm:spPr/>
    </dgm:pt>
    <dgm:pt modelId="{8950EFA8-0419-48C9-AA49-2A35D5899696}" type="pres">
      <dgm:prSet presAssocID="{3158BBB3-D218-43FF-A6A1-34AC38ABC75B}" presName="sibTrans" presStyleCnt="0"/>
      <dgm:spPr/>
    </dgm:pt>
    <dgm:pt modelId="{042D5B38-3F78-4D6B-B70D-AFD6F6D439E5}" type="pres">
      <dgm:prSet presAssocID="{E117923E-C70A-4E12-8B55-783BD086A3A4}" presName="compNode" presStyleCnt="0"/>
      <dgm:spPr/>
    </dgm:pt>
    <dgm:pt modelId="{CF96FAC4-EFE8-493D-B546-41B2FCFA618F}" type="pres">
      <dgm:prSet presAssocID="{E117923E-C70A-4E12-8B55-783BD086A3A4}" presName="bgRect" presStyleLbl="bgShp" presStyleIdx="4" presStyleCnt="5"/>
      <dgm:spPr/>
    </dgm:pt>
    <dgm:pt modelId="{DB612F17-AC8E-4AB3-8271-285E0D384327}" type="pres">
      <dgm:prSet presAssocID="{E117923E-C70A-4E12-8B55-783BD086A3A4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9BDF3D5-37AD-4063-A821-B2AA6543460B}" type="pres">
      <dgm:prSet presAssocID="{E117923E-C70A-4E12-8B55-783BD086A3A4}" presName="spaceRect" presStyleCnt="0"/>
      <dgm:spPr/>
    </dgm:pt>
    <dgm:pt modelId="{47DD408F-E9C7-4F6C-8271-36B04DFC856D}" type="pres">
      <dgm:prSet presAssocID="{E117923E-C70A-4E12-8B55-783BD086A3A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713003-1654-476F-917B-4663E51D3AC4}" type="presOf" srcId="{D9C93026-6808-4A03-943A-C68615180A05}" destId="{00583704-E787-48A8-B098-D0C9C6DE7686}" srcOrd="0" destOrd="0" presId="urn:microsoft.com/office/officeart/2018/2/layout/IconVerticalSolidList"/>
    <dgm:cxn modelId="{78CD2C23-0944-4381-AEAC-54F6DA9B9A3B}" type="presOf" srcId="{E117923E-C70A-4E12-8B55-783BD086A3A4}" destId="{47DD408F-E9C7-4F6C-8271-36B04DFC856D}" srcOrd="0" destOrd="0" presId="urn:microsoft.com/office/officeart/2018/2/layout/IconVerticalSolidList"/>
    <dgm:cxn modelId="{7E075633-87AD-4CDC-867E-6B4CE16EEED2}" type="presOf" srcId="{72B36C7A-7054-4038-A3FF-DC759BA45AD4}" destId="{4929BE1F-5CB1-400B-926B-A20E5E63F2EC}" srcOrd="0" destOrd="0" presId="urn:microsoft.com/office/officeart/2018/2/layout/IconVerticalSolidList"/>
    <dgm:cxn modelId="{4303DC37-5806-4C53-9C83-3DDAF2B32FF0}" type="presOf" srcId="{66A4C2D0-BDA9-4967-82CB-BF56D15FF1D7}" destId="{A9727722-4189-4DF9-AF83-299BA7458CB7}" srcOrd="0" destOrd="0" presId="urn:microsoft.com/office/officeart/2018/2/layout/IconVerticalSolidList"/>
    <dgm:cxn modelId="{2170893C-25DF-4AA4-AE37-A97862217FE1}" srcId="{72B36C7A-7054-4038-A3FF-DC759BA45AD4}" destId="{D9C93026-6808-4A03-943A-C68615180A05}" srcOrd="1" destOrd="0" parTransId="{5F0EC16D-0290-4EEE-BD70-60142E95ABD0}" sibTransId="{ECDAF23C-705A-4032-AE68-FDB2E9204098}"/>
    <dgm:cxn modelId="{CD378E48-BF47-4452-BD42-508EC6C55BB3}" srcId="{72B36C7A-7054-4038-A3FF-DC759BA45AD4}" destId="{66A4C2D0-BDA9-4967-82CB-BF56D15FF1D7}" srcOrd="3" destOrd="0" parTransId="{8BB00422-6BC5-4BFC-BD03-0FF3AC2FB861}" sibTransId="{3158BBB3-D218-43FF-A6A1-34AC38ABC75B}"/>
    <dgm:cxn modelId="{F62E5F78-FBE1-4DDF-BE4F-B1FDC4F19644}" srcId="{72B36C7A-7054-4038-A3FF-DC759BA45AD4}" destId="{F7CFC494-68F1-4C47-BB94-714F2BFC7FE2}" srcOrd="2" destOrd="0" parTransId="{29FFCB50-0138-44F4-8808-68B611BD0B69}" sibTransId="{6FBB44AD-F15E-4D63-91F4-B09BC16AA495}"/>
    <dgm:cxn modelId="{D87FB4A9-16A8-4C04-8840-AB0B4586172A}" type="presOf" srcId="{D70AE727-3C72-45DC-B858-36C4B86B1A81}" destId="{DC97737E-18DA-4136-819E-3A03A0F41479}" srcOrd="0" destOrd="0" presId="urn:microsoft.com/office/officeart/2018/2/layout/IconVerticalSolidList"/>
    <dgm:cxn modelId="{7C2828AB-8B18-4334-A949-6F983EC828A7}" srcId="{72B36C7A-7054-4038-A3FF-DC759BA45AD4}" destId="{D70AE727-3C72-45DC-B858-36C4B86B1A81}" srcOrd="0" destOrd="0" parTransId="{C3C0265B-8062-4616-9A86-9BFD1ED162D8}" sibTransId="{C407325B-E337-4D90-9640-73CCB102A137}"/>
    <dgm:cxn modelId="{03DF3EB3-77E5-4CBD-B0E5-8877AD276FE2}" type="presOf" srcId="{F7CFC494-68F1-4C47-BB94-714F2BFC7FE2}" destId="{3CFDDA24-1107-4A25-ABE9-FC9090DC4557}" srcOrd="0" destOrd="0" presId="urn:microsoft.com/office/officeart/2018/2/layout/IconVerticalSolidList"/>
    <dgm:cxn modelId="{736E82D8-7D80-4316-9C15-4FCB19F1EF46}" srcId="{72B36C7A-7054-4038-A3FF-DC759BA45AD4}" destId="{E117923E-C70A-4E12-8B55-783BD086A3A4}" srcOrd="4" destOrd="0" parTransId="{C182D34E-5FDF-404E-804A-0C8B2BA5C549}" sibTransId="{BC14CDFA-FACC-46B9-A17A-BAB0FD8AFD4F}"/>
    <dgm:cxn modelId="{B153A7E3-A266-4CE5-8844-2BFE9928DC8F}" type="presParOf" srcId="{4929BE1F-5CB1-400B-926B-A20E5E63F2EC}" destId="{466D26EF-CE4C-4FE0-AE0A-6D6533922E3A}" srcOrd="0" destOrd="0" presId="urn:microsoft.com/office/officeart/2018/2/layout/IconVerticalSolidList"/>
    <dgm:cxn modelId="{38DEEF63-9145-4665-BE24-CEDD60AAAE42}" type="presParOf" srcId="{466D26EF-CE4C-4FE0-AE0A-6D6533922E3A}" destId="{D09B3822-250F-45F7-946A-21A7AFDACF30}" srcOrd="0" destOrd="0" presId="urn:microsoft.com/office/officeart/2018/2/layout/IconVerticalSolidList"/>
    <dgm:cxn modelId="{C7BA95F0-6437-4940-8DF7-06616CA20F05}" type="presParOf" srcId="{466D26EF-CE4C-4FE0-AE0A-6D6533922E3A}" destId="{3E40C763-D8EE-49FC-A2AD-5DD5A7C052DD}" srcOrd="1" destOrd="0" presId="urn:microsoft.com/office/officeart/2018/2/layout/IconVerticalSolidList"/>
    <dgm:cxn modelId="{8BF1DBE8-BE49-4DE9-9FF2-6351720DDE25}" type="presParOf" srcId="{466D26EF-CE4C-4FE0-AE0A-6D6533922E3A}" destId="{3C8C9D30-2500-4D51-A27B-FEA8341347C0}" srcOrd="2" destOrd="0" presId="urn:microsoft.com/office/officeart/2018/2/layout/IconVerticalSolidList"/>
    <dgm:cxn modelId="{2F334F15-359A-4BB9-AF15-FFB450155BE6}" type="presParOf" srcId="{466D26EF-CE4C-4FE0-AE0A-6D6533922E3A}" destId="{DC97737E-18DA-4136-819E-3A03A0F41479}" srcOrd="3" destOrd="0" presId="urn:microsoft.com/office/officeart/2018/2/layout/IconVerticalSolidList"/>
    <dgm:cxn modelId="{25270087-89DD-4FA5-9E4A-5854AEB3F1A3}" type="presParOf" srcId="{4929BE1F-5CB1-400B-926B-A20E5E63F2EC}" destId="{2E42E31D-3F96-4791-9EDE-8509856F8A62}" srcOrd="1" destOrd="0" presId="urn:microsoft.com/office/officeart/2018/2/layout/IconVerticalSolidList"/>
    <dgm:cxn modelId="{336F397E-5436-422D-B7CB-693517C5B4CB}" type="presParOf" srcId="{4929BE1F-5CB1-400B-926B-A20E5E63F2EC}" destId="{AF378A02-44B7-44C4-943C-6B0DE6C8E0E1}" srcOrd="2" destOrd="0" presId="urn:microsoft.com/office/officeart/2018/2/layout/IconVerticalSolidList"/>
    <dgm:cxn modelId="{4723A96F-473F-4CB6-90A1-4728EADCE3B7}" type="presParOf" srcId="{AF378A02-44B7-44C4-943C-6B0DE6C8E0E1}" destId="{7B894D20-17B1-4BAC-98B2-D6C15F9B2492}" srcOrd="0" destOrd="0" presId="urn:microsoft.com/office/officeart/2018/2/layout/IconVerticalSolidList"/>
    <dgm:cxn modelId="{0D47E660-57EF-48A7-8724-6935D79FD15E}" type="presParOf" srcId="{AF378A02-44B7-44C4-943C-6B0DE6C8E0E1}" destId="{36FA5432-AE87-451E-AA6C-55B5280D6CC7}" srcOrd="1" destOrd="0" presId="urn:microsoft.com/office/officeart/2018/2/layout/IconVerticalSolidList"/>
    <dgm:cxn modelId="{2EC3AA8A-CD30-4340-BF36-77ADEAC834B2}" type="presParOf" srcId="{AF378A02-44B7-44C4-943C-6B0DE6C8E0E1}" destId="{F6976C2C-C918-4598-8CEE-7DFA5B7D4808}" srcOrd="2" destOrd="0" presId="urn:microsoft.com/office/officeart/2018/2/layout/IconVerticalSolidList"/>
    <dgm:cxn modelId="{3396A95B-833F-4076-B478-208A2C180387}" type="presParOf" srcId="{AF378A02-44B7-44C4-943C-6B0DE6C8E0E1}" destId="{00583704-E787-48A8-B098-D0C9C6DE7686}" srcOrd="3" destOrd="0" presId="urn:microsoft.com/office/officeart/2018/2/layout/IconVerticalSolidList"/>
    <dgm:cxn modelId="{B417F854-ABC9-422E-AE03-25BBE7C459B6}" type="presParOf" srcId="{4929BE1F-5CB1-400B-926B-A20E5E63F2EC}" destId="{7D1F1373-E898-4ED5-9F27-A69B5B609914}" srcOrd="3" destOrd="0" presId="urn:microsoft.com/office/officeart/2018/2/layout/IconVerticalSolidList"/>
    <dgm:cxn modelId="{012B486D-8FEA-48F7-AE4C-7DFBE16720EB}" type="presParOf" srcId="{4929BE1F-5CB1-400B-926B-A20E5E63F2EC}" destId="{8E756664-6A9D-4D4A-9446-CAFD8985422C}" srcOrd="4" destOrd="0" presId="urn:microsoft.com/office/officeart/2018/2/layout/IconVerticalSolidList"/>
    <dgm:cxn modelId="{8991308E-1623-4EBE-AC62-8794F36607DF}" type="presParOf" srcId="{8E756664-6A9D-4D4A-9446-CAFD8985422C}" destId="{0CEA5A55-8A76-474A-84FB-35F595E05452}" srcOrd="0" destOrd="0" presId="urn:microsoft.com/office/officeart/2018/2/layout/IconVerticalSolidList"/>
    <dgm:cxn modelId="{614CA522-109F-4E99-BA20-453BAC165AA9}" type="presParOf" srcId="{8E756664-6A9D-4D4A-9446-CAFD8985422C}" destId="{0A207F86-59D3-4A5C-8E8C-6291D72AB143}" srcOrd="1" destOrd="0" presId="urn:microsoft.com/office/officeart/2018/2/layout/IconVerticalSolidList"/>
    <dgm:cxn modelId="{2AAE6D26-93B3-4C97-BEFC-465DDA3E1C9E}" type="presParOf" srcId="{8E756664-6A9D-4D4A-9446-CAFD8985422C}" destId="{C7159825-06F8-4A1A-B5A2-FC600FC4C618}" srcOrd="2" destOrd="0" presId="urn:microsoft.com/office/officeart/2018/2/layout/IconVerticalSolidList"/>
    <dgm:cxn modelId="{891177B3-514D-4009-84BF-980143BCAE60}" type="presParOf" srcId="{8E756664-6A9D-4D4A-9446-CAFD8985422C}" destId="{3CFDDA24-1107-4A25-ABE9-FC9090DC4557}" srcOrd="3" destOrd="0" presId="urn:microsoft.com/office/officeart/2018/2/layout/IconVerticalSolidList"/>
    <dgm:cxn modelId="{17971078-FAFE-4FC1-A188-A3BDD3866399}" type="presParOf" srcId="{4929BE1F-5CB1-400B-926B-A20E5E63F2EC}" destId="{DCBF2AF6-63A5-4254-9BD7-43DA03380129}" srcOrd="5" destOrd="0" presId="urn:microsoft.com/office/officeart/2018/2/layout/IconVerticalSolidList"/>
    <dgm:cxn modelId="{BABE3A87-692F-4413-B060-8E2D9B9CD629}" type="presParOf" srcId="{4929BE1F-5CB1-400B-926B-A20E5E63F2EC}" destId="{8AD3BF23-4D49-4AFD-A020-799B0F59D018}" srcOrd="6" destOrd="0" presId="urn:microsoft.com/office/officeart/2018/2/layout/IconVerticalSolidList"/>
    <dgm:cxn modelId="{F4CAB92A-5EF7-4FA9-820F-0C8B0D9B063A}" type="presParOf" srcId="{8AD3BF23-4D49-4AFD-A020-799B0F59D018}" destId="{FC46FC05-4B2E-4803-BA23-BC287BA73531}" srcOrd="0" destOrd="0" presId="urn:microsoft.com/office/officeart/2018/2/layout/IconVerticalSolidList"/>
    <dgm:cxn modelId="{8CEFA1D2-45B1-4911-AED0-AE7BB2397490}" type="presParOf" srcId="{8AD3BF23-4D49-4AFD-A020-799B0F59D018}" destId="{8540DE70-37CB-46F9-BE2A-2987A9B9616D}" srcOrd="1" destOrd="0" presId="urn:microsoft.com/office/officeart/2018/2/layout/IconVerticalSolidList"/>
    <dgm:cxn modelId="{E8149E38-9C6E-47AA-990C-8F7D7B186139}" type="presParOf" srcId="{8AD3BF23-4D49-4AFD-A020-799B0F59D018}" destId="{8A76C6B1-190F-4BEC-9AEF-592601093AB1}" srcOrd="2" destOrd="0" presId="urn:microsoft.com/office/officeart/2018/2/layout/IconVerticalSolidList"/>
    <dgm:cxn modelId="{74694C7F-8B28-4DE2-89F4-E02D4017FF9C}" type="presParOf" srcId="{8AD3BF23-4D49-4AFD-A020-799B0F59D018}" destId="{A9727722-4189-4DF9-AF83-299BA7458CB7}" srcOrd="3" destOrd="0" presId="urn:microsoft.com/office/officeart/2018/2/layout/IconVerticalSolidList"/>
    <dgm:cxn modelId="{0FDBD12D-1D6C-43C0-A33C-5917FA243C7F}" type="presParOf" srcId="{4929BE1F-5CB1-400B-926B-A20E5E63F2EC}" destId="{8950EFA8-0419-48C9-AA49-2A35D5899696}" srcOrd="7" destOrd="0" presId="urn:microsoft.com/office/officeart/2018/2/layout/IconVerticalSolidList"/>
    <dgm:cxn modelId="{50FFD39B-9F6C-41A7-8F24-BBAF4317C800}" type="presParOf" srcId="{4929BE1F-5CB1-400B-926B-A20E5E63F2EC}" destId="{042D5B38-3F78-4D6B-B70D-AFD6F6D439E5}" srcOrd="8" destOrd="0" presId="urn:microsoft.com/office/officeart/2018/2/layout/IconVerticalSolidList"/>
    <dgm:cxn modelId="{20C8DDD6-BADF-4CB8-93B6-3E7E0EFE818E}" type="presParOf" srcId="{042D5B38-3F78-4D6B-B70D-AFD6F6D439E5}" destId="{CF96FAC4-EFE8-493D-B546-41B2FCFA618F}" srcOrd="0" destOrd="0" presId="urn:microsoft.com/office/officeart/2018/2/layout/IconVerticalSolidList"/>
    <dgm:cxn modelId="{33C8209B-1898-4494-913E-C63AD09E3DC2}" type="presParOf" srcId="{042D5B38-3F78-4D6B-B70D-AFD6F6D439E5}" destId="{DB612F17-AC8E-4AB3-8271-285E0D384327}" srcOrd="1" destOrd="0" presId="urn:microsoft.com/office/officeart/2018/2/layout/IconVerticalSolidList"/>
    <dgm:cxn modelId="{2CD5BE58-FFD2-47DE-BE64-76882C3828EC}" type="presParOf" srcId="{042D5B38-3F78-4D6B-B70D-AFD6F6D439E5}" destId="{29BDF3D5-37AD-4063-A821-B2AA6543460B}" srcOrd="2" destOrd="0" presId="urn:microsoft.com/office/officeart/2018/2/layout/IconVerticalSolidList"/>
    <dgm:cxn modelId="{515DFF99-28F1-4D7D-948E-CEB72293EADD}" type="presParOf" srcId="{042D5B38-3F78-4D6B-B70D-AFD6F6D439E5}" destId="{47DD408F-E9C7-4F6C-8271-36B04DFC85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DED761-D15D-4E3C-B74A-0E05A43644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034B23-54F4-4469-9297-E90EA945F8AF}">
      <dgm:prSet/>
      <dgm:spPr/>
      <dgm:t>
        <a:bodyPr/>
        <a:lstStyle/>
        <a:p>
          <a:r>
            <a:rPr lang="en-US"/>
            <a:t>Once code has passed all the system and regression testing is complete the software should be ready to release.</a:t>
          </a:r>
        </a:p>
      </dgm:t>
    </dgm:pt>
    <dgm:pt modelId="{B57D262E-A985-48CB-83BC-17E2C14D2195}" type="parTrans" cxnId="{AC24A0FB-5ECB-40AF-87C2-C9B53F6875E6}">
      <dgm:prSet/>
      <dgm:spPr/>
      <dgm:t>
        <a:bodyPr/>
        <a:lstStyle/>
        <a:p>
          <a:endParaRPr lang="en-US"/>
        </a:p>
      </dgm:t>
    </dgm:pt>
    <dgm:pt modelId="{E2DEB5D7-A4C8-49F0-A37B-E392636BC934}" type="sibTrans" cxnId="{AC24A0FB-5ECB-40AF-87C2-C9B53F6875E6}">
      <dgm:prSet/>
      <dgm:spPr/>
      <dgm:t>
        <a:bodyPr/>
        <a:lstStyle/>
        <a:p>
          <a:endParaRPr lang="en-US"/>
        </a:p>
      </dgm:t>
    </dgm:pt>
    <dgm:pt modelId="{0DD1F0C2-B2CE-44A8-89AC-B641B4734B6E}">
      <dgm:prSet/>
      <dgm:spPr/>
      <dgm:t>
        <a:bodyPr/>
        <a:lstStyle/>
        <a:p>
          <a:r>
            <a:rPr lang="en-US"/>
            <a:t>The approved release can then be deployed into a production environment.</a:t>
          </a:r>
        </a:p>
      </dgm:t>
    </dgm:pt>
    <dgm:pt modelId="{88E946F4-F56E-42DD-B185-39D4CD40C0C2}" type="parTrans" cxnId="{05E5CD3C-8A6B-4CF5-8E7C-23E73C9801C2}">
      <dgm:prSet/>
      <dgm:spPr/>
      <dgm:t>
        <a:bodyPr/>
        <a:lstStyle/>
        <a:p>
          <a:endParaRPr lang="en-US"/>
        </a:p>
      </dgm:t>
    </dgm:pt>
    <dgm:pt modelId="{C8FAE84D-97F1-44C2-BB00-1632AD8D7813}" type="sibTrans" cxnId="{05E5CD3C-8A6B-4CF5-8E7C-23E73C9801C2}">
      <dgm:prSet/>
      <dgm:spPr/>
      <dgm:t>
        <a:bodyPr/>
        <a:lstStyle/>
        <a:p>
          <a:endParaRPr lang="en-US"/>
        </a:p>
      </dgm:t>
    </dgm:pt>
    <dgm:pt modelId="{F955E6AF-760D-4EE9-A110-070EB8DDE0BA}">
      <dgm:prSet/>
      <dgm:spPr/>
      <dgm:t>
        <a:bodyPr/>
        <a:lstStyle/>
        <a:p>
          <a:r>
            <a:rPr lang="en-US"/>
            <a:t>Tools exist to automate the proess of pushing software releases out, for instance Ansible.</a:t>
          </a:r>
        </a:p>
      </dgm:t>
    </dgm:pt>
    <dgm:pt modelId="{2E3E9D5F-809E-4ADA-92E5-52A1BFD753F8}" type="parTrans" cxnId="{C55DF200-2D12-405E-88D2-642D9C88FC1A}">
      <dgm:prSet/>
      <dgm:spPr/>
      <dgm:t>
        <a:bodyPr/>
        <a:lstStyle/>
        <a:p>
          <a:endParaRPr lang="en-US"/>
        </a:p>
      </dgm:t>
    </dgm:pt>
    <dgm:pt modelId="{11D0AD8E-A82F-47EE-B81B-D36D05497426}" type="sibTrans" cxnId="{C55DF200-2D12-405E-88D2-642D9C88FC1A}">
      <dgm:prSet/>
      <dgm:spPr/>
      <dgm:t>
        <a:bodyPr/>
        <a:lstStyle/>
        <a:p>
          <a:endParaRPr lang="en-US"/>
        </a:p>
      </dgm:t>
    </dgm:pt>
    <dgm:pt modelId="{ACF19D61-F7E7-455B-8ED5-422630271B2B}">
      <dgm:prSet/>
      <dgm:spPr/>
      <dgm:t>
        <a:bodyPr/>
        <a:lstStyle/>
        <a:p>
          <a:r>
            <a:rPr lang="en-US"/>
            <a:t>Tools also exist to provision changes to networks and systems along with software, for instance Terraform.</a:t>
          </a:r>
        </a:p>
      </dgm:t>
    </dgm:pt>
    <dgm:pt modelId="{BBABA8CE-60E2-4AC2-9E21-674AECD1FD49}" type="parTrans" cxnId="{838C5BFB-C93D-4251-9AB4-E7EE62B8533F}">
      <dgm:prSet/>
      <dgm:spPr/>
      <dgm:t>
        <a:bodyPr/>
        <a:lstStyle/>
        <a:p>
          <a:endParaRPr lang="en-US"/>
        </a:p>
      </dgm:t>
    </dgm:pt>
    <dgm:pt modelId="{490EF355-8DC3-4C01-8207-6A212219DD96}" type="sibTrans" cxnId="{838C5BFB-C93D-4251-9AB4-E7EE62B8533F}">
      <dgm:prSet/>
      <dgm:spPr/>
      <dgm:t>
        <a:bodyPr/>
        <a:lstStyle/>
        <a:p>
          <a:endParaRPr lang="en-US"/>
        </a:p>
      </dgm:t>
    </dgm:pt>
    <dgm:pt modelId="{C4CA452D-40B3-49A5-8AF8-2A76D05AAB75}">
      <dgm:prSet/>
      <dgm:spPr/>
      <dgm:t>
        <a:bodyPr/>
        <a:lstStyle/>
        <a:p>
          <a:pPr rtl="0"/>
          <a:r>
            <a:rPr lang="en-US"/>
            <a:t>An automated process can </a:t>
          </a:r>
          <a:r>
            <a:rPr lang="en-US">
              <a:latin typeface="Calibri Light" panose="020F0302020204030204"/>
            </a:rPr>
            <a:t>be </a:t>
          </a:r>
          <a:r>
            <a:rPr lang="en-US"/>
            <a:t>repeated reliably in all the environments that need to be deployed to.</a:t>
          </a:r>
        </a:p>
      </dgm:t>
    </dgm:pt>
    <dgm:pt modelId="{4FA035CD-A0A1-4403-A901-E7BCFE714EF7}" type="parTrans" cxnId="{43BAC60E-8A0B-4EC7-B150-9E853B210E68}">
      <dgm:prSet/>
      <dgm:spPr/>
      <dgm:t>
        <a:bodyPr/>
        <a:lstStyle/>
        <a:p>
          <a:endParaRPr lang="en-US"/>
        </a:p>
      </dgm:t>
    </dgm:pt>
    <dgm:pt modelId="{0DEA5AEE-220C-4702-89A2-3B7E6A884595}" type="sibTrans" cxnId="{43BAC60E-8A0B-4EC7-B150-9E853B210E68}">
      <dgm:prSet/>
      <dgm:spPr/>
      <dgm:t>
        <a:bodyPr/>
        <a:lstStyle/>
        <a:p>
          <a:endParaRPr lang="en-US"/>
        </a:p>
      </dgm:t>
    </dgm:pt>
    <dgm:pt modelId="{3DFC1692-3132-4E26-A605-D38DD44CC81D}" type="pres">
      <dgm:prSet presAssocID="{29DED761-D15D-4E3C-B74A-0E05A43644F0}" presName="root" presStyleCnt="0">
        <dgm:presLayoutVars>
          <dgm:dir/>
          <dgm:resizeHandles val="exact"/>
        </dgm:presLayoutVars>
      </dgm:prSet>
      <dgm:spPr/>
    </dgm:pt>
    <dgm:pt modelId="{2817B785-1E17-4DC1-9573-A71B282EC8A6}" type="pres">
      <dgm:prSet presAssocID="{15034B23-54F4-4469-9297-E90EA945F8AF}" presName="compNode" presStyleCnt="0"/>
      <dgm:spPr/>
    </dgm:pt>
    <dgm:pt modelId="{D9CF8517-39A1-4C45-9712-10F9794C343E}" type="pres">
      <dgm:prSet presAssocID="{15034B23-54F4-4469-9297-E90EA945F8AF}" presName="bgRect" presStyleLbl="bgShp" presStyleIdx="0" presStyleCnt="5"/>
      <dgm:spPr/>
    </dgm:pt>
    <dgm:pt modelId="{5EBCF511-99F0-42FA-B9E9-2A6E1119DB1E}" type="pres">
      <dgm:prSet presAssocID="{15034B23-54F4-4469-9297-E90EA945F8AF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5A68AA97-F90E-4892-A22A-1EFC6701E182}" type="pres">
      <dgm:prSet presAssocID="{15034B23-54F4-4469-9297-E90EA945F8AF}" presName="spaceRect" presStyleCnt="0"/>
      <dgm:spPr/>
    </dgm:pt>
    <dgm:pt modelId="{343F3607-EC05-4783-97B9-561C54316A3F}" type="pres">
      <dgm:prSet presAssocID="{15034B23-54F4-4469-9297-E90EA945F8AF}" presName="parTx" presStyleLbl="revTx" presStyleIdx="0" presStyleCnt="5">
        <dgm:presLayoutVars>
          <dgm:chMax val="0"/>
          <dgm:chPref val="0"/>
        </dgm:presLayoutVars>
      </dgm:prSet>
      <dgm:spPr/>
    </dgm:pt>
    <dgm:pt modelId="{42F730DA-29AC-4C0B-85E7-6A597E4E7DCC}" type="pres">
      <dgm:prSet presAssocID="{E2DEB5D7-A4C8-49F0-A37B-E392636BC934}" presName="sibTrans" presStyleCnt="0"/>
      <dgm:spPr/>
    </dgm:pt>
    <dgm:pt modelId="{3479E5F3-71B4-4F0D-8078-E99BEB5A3809}" type="pres">
      <dgm:prSet presAssocID="{0DD1F0C2-B2CE-44A8-89AC-B641B4734B6E}" presName="compNode" presStyleCnt="0"/>
      <dgm:spPr/>
    </dgm:pt>
    <dgm:pt modelId="{D245A7E8-1E82-4E80-94AA-477D0ED4BA90}" type="pres">
      <dgm:prSet presAssocID="{0DD1F0C2-B2CE-44A8-89AC-B641B4734B6E}" presName="bgRect" presStyleLbl="bgShp" presStyleIdx="1" presStyleCnt="5"/>
      <dgm:spPr/>
    </dgm:pt>
    <dgm:pt modelId="{98DA0C5B-26BC-4DDF-B9B8-1F56F2E81B78}" type="pres">
      <dgm:prSet presAssocID="{0DD1F0C2-B2CE-44A8-89AC-B641B4734B6E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8177F55-4A5E-4756-B0FE-700B4A7D8E9B}" type="pres">
      <dgm:prSet presAssocID="{0DD1F0C2-B2CE-44A8-89AC-B641B4734B6E}" presName="spaceRect" presStyleCnt="0"/>
      <dgm:spPr/>
    </dgm:pt>
    <dgm:pt modelId="{FEEE48F1-17AA-4AD3-A14A-C63817E64402}" type="pres">
      <dgm:prSet presAssocID="{0DD1F0C2-B2CE-44A8-89AC-B641B4734B6E}" presName="parTx" presStyleLbl="revTx" presStyleIdx="1" presStyleCnt="5">
        <dgm:presLayoutVars>
          <dgm:chMax val="0"/>
          <dgm:chPref val="0"/>
        </dgm:presLayoutVars>
      </dgm:prSet>
      <dgm:spPr/>
    </dgm:pt>
    <dgm:pt modelId="{B8B15C68-A943-4099-B33D-D117D0D4D3C8}" type="pres">
      <dgm:prSet presAssocID="{C8FAE84D-97F1-44C2-BB00-1632AD8D7813}" presName="sibTrans" presStyleCnt="0"/>
      <dgm:spPr/>
    </dgm:pt>
    <dgm:pt modelId="{7760A62A-CB0C-43A8-89C2-371E2A17125A}" type="pres">
      <dgm:prSet presAssocID="{F955E6AF-760D-4EE9-A110-070EB8DDE0BA}" presName="compNode" presStyleCnt="0"/>
      <dgm:spPr/>
    </dgm:pt>
    <dgm:pt modelId="{6B8BB182-CFFC-4A67-8D8E-CDDB39F61091}" type="pres">
      <dgm:prSet presAssocID="{F955E6AF-760D-4EE9-A110-070EB8DDE0BA}" presName="bgRect" presStyleLbl="bgShp" presStyleIdx="2" presStyleCnt="5"/>
      <dgm:spPr/>
    </dgm:pt>
    <dgm:pt modelId="{ED82166F-D40D-4084-9E9A-2390F2FB5A17}" type="pres">
      <dgm:prSet presAssocID="{F955E6AF-760D-4EE9-A110-070EB8DDE0BA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B41A8A2-2BC3-4417-8C9B-94C323655DBC}" type="pres">
      <dgm:prSet presAssocID="{F955E6AF-760D-4EE9-A110-070EB8DDE0BA}" presName="spaceRect" presStyleCnt="0"/>
      <dgm:spPr/>
    </dgm:pt>
    <dgm:pt modelId="{CEC1F096-5202-44F2-89D5-74336DD7F3E5}" type="pres">
      <dgm:prSet presAssocID="{F955E6AF-760D-4EE9-A110-070EB8DDE0BA}" presName="parTx" presStyleLbl="revTx" presStyleIdx="2" presStyleCnt="5">
        <dgm:presLayoutVars>
          <dgm:chMax val="0"/>
          <dgm:chPref val="0"/>
        </dgm:presLayoutVars>
      </dgm:prSet>
      <dgm:spPr/>
    </dgm:pt>
    <dgm:pt modelId="{3E4543D3-6636-4B74-AAE3-45F65ABE6020}" type="pres">
      <dgm:prSet presAssocID="{11D0AD8E-A82F-47EE-B81B-D36D05497426}" presName="sibTrans" presStyleCnt="0"/>
      <dgm:spPr/>
    </dgm:pt>
    <dgm:pt modelId="{C58720FD-BBA9-4429-8803-148847B1C2D5}" type="pres">
      <dgm:prSet presAssocID="{ACF19D61-F7E7-455B-8ED5-422630271B2B}" presName="compNode" presStyleCnt="0"/>
      <dgm:spPr/>
    </dgm:pt>
    <dgm:pt modelId="{5060616E-B734-4F32-B662-7248CDFECD08}" type="pres">
      <dgm:prSet presAssocID="{ACF19D61-F7E7-455B-8ED5-422630271B2B}" presName="bgRect" presStyleLbl="bgShp" presStyleIdx="3" presStyleCnt="5"/>
      <dgm:spPr/>
    </dgm:pt>
    <dgm:pt modelId="{395F358B-3585-4114-AEC7-D5A8C2E2D0A9}" type="pres">
      <dgm:prSet presAssocID="{ACF19D61-F7E7-455B-8ED5-422630271B2B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9369E8F-7DDD-4A4E-A458-0514A4ACEF63}" type="pres">
      <dgm:prSet presAssocID="{ACF19D61-F7E7-455B-8ED5-422630271B2B}" presName="spaceRect" presStyleCnt="0"/>
      <dgm:spPr/>
    </dgm:pt>
    <dgm:pt modelId="{0895B940-8088-4746-883A-947E1DC41B5A}" type="pres">
      <dgm:prSet presAssocID="{ACF19D61-F7E7-455B-8ED5-422630271B2B}" presName="parTx" presStyleLbl="revTx" presStyleIdx="3" presStyleCnt="5">
        <dgm:presLayoutVars>
          <dgm:chMax val="0"/>
          <dgm:chPref val="0"/>
        </dgm:presLayoutVars>
      </dgm:prSet>
      <dgm:spPr/>
    </dgm:pt>
    <dgm:pt modelId="{6BC3CCD9-DBAA-4E53-AEA9-6406D3599ADA}" type="pres">
      <dgm:prSet presAssocID="{490EF355-8DC3-4C01-8207-6A212219DD96}" presName="sibTrans" presStyleCnt="0"/>
      <dgm:spPr/>
    </dgm:pt>
    <dgm:pt modelId="{ABF6F30B-23F2-4E3F-B9B6-80FA332FCFB0}" type="pres">
      <dgm:prSet presAssocID="{C4CA452D-40B3-49A5-8AF8-2A76D05AAB75}" presName="compNode" presStyleCnt="0"/>
      <dgm:spPr/>
    </dgm:pt>
    <dgm:pt modelId="{6C9A2930-36C5-4FAD-811F-F521D6686642}" type="pres">
      <dgm:prSet presAssocID="{C4CA452D-40B3-49A5-8AF8-2A76D05AAB75}" presName="bgRect" presStyleLbl="bgShp" presStyleIdx="4" presStyleCnt="5"/>
      <dgm:spPr/>
    </dgm:pt>
    <dgm:pt modelId="{EFC49C6B-1100-4953-85AA-341A3A21B5C0}" type="pres">
      <dgm:prSet presAssocID="{C4CA452D-40B3-49A5-8AF8-2A76D05AAB75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B473E5AF-D94C-4685-B4E8-275982D3B19C}" type="pres">
      <dgm:prSet presAssocID="{C4CA452D-40B3-49A5-8AF8-2A76D05AAB75}" presName="spaceRect" presStyleCnt="0"/>
      <dgm:spPr/>
    </dgm:pt>
    <dgm:pt modelId="{D098EA8F-3EA3-4E38-9215-04860CA59AD2}" type="pres">
      <dgm:prSet presAssocID="{C4CA452D-40B3-49A5-8AF8-2A76D05AAB7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55DF200-2D12-405E-88D2-642D9C88FC1A}" srcId="{29DED761-D15D-4E3C-B74A-0E05A43644F0}" destId="{F955E6AF-760D-4EE9-A110-070EB8DDE0BA}" srcOrd="2" destOrd="0" parTransId="{2E3E9D5F-809E-4ADA-92E5-52A1BFD753F8}" sibTransId="{11D0AD8E-A82F-47EE-B81B-D36D05497426}"/>
    <dgm:cxn modelId="{43BAC60E-8A0B-4EC7-B150-9E853B210E68}" srcId="{29DED761-D15D-4E3C-B74A-0E05A43644F0}" destId="{C4CA452D-40B3-49A5-8AF8-2A76D05AAB75}" srcOrd="4" destOrd="0" parTransId="{4FA035CD-A0A1-4403-A901-E7BCFE714EF7}" sibTransId="{0DEA5AEE-220C-4702-89A2-3B7E6A884595}"/>
    <dgm:cxn modelId="{D1F44510-0582-4DC2-AE4F-5FDDE48BBBF3}" type="presOf" srcId="{F955E6AF-760D-4EE9-A110-070EB8DDE0BA}" destId="{CEC1F096-5202-44F2-89D5-74336DD7F3E5}" srcOrd="0" destOrd="0" presId="urn:microsoft.com/office/officeart/2018/2/layout/IconVerticalSolidList"/>
    <dgm:cxn modelId="{9EAFBF23-744D-4EB1-AB11-125477A42C15}" type="presOf" srcId="{15034B23-54F4-4469-9297-E90EA945F8AF}" destId="{343F3607-EC05-4783-97B9-561C54316A3F}" srcOrd="0" destOrd="0" presId="urn:microsoft.com/office/officeart/2018/2/layout/IconVerticalSolidList"/>
    <dgm:cxn modelId="{71D4043C-141E-4995-B8AE-117A16869914}" type="presOf" srcId="{C4CA452D-40B3-49A5-8AF8-2A76D05AAB75}" destId="{D098EA8F-3EA3-4E38-9215-04860CA59AD2}" srcOrd="0" destOrd="0" presId="urn:microsoft.com/office/officeart/2018/2/layout/IconVerticalSolidList"/>
    <dgm:cxn modelId="{05E5CD3C-8A6B-4CF5-8E7C-23E73C9801C2}" srcId="{29DED761-D15D-4E3C-B74A-0E05A43644F0}" destId="{0DD1F0C2-B2CE-44A8-89AC-B641B4734B6E}" srcOrd="1" destOrd="0" parTransId="{88E946F4-F56E-42DD-B185-39D4CD40C0C2}" sibTransId="{C8FAE84D-97F1-44C2-BB00-1632AD8D7813}"/>
    <dgm:cxn modelId="{7ACDD695-D87A-47EB-9845-F6CA3826A02A}" type="presOf" srcId="{29DED761-D15D-4E3C-B74A-0E05A43644F0}" destId="{3DFC1692-3132-4E26-A605-D38DD44CC81D}" srcOrd="0" destOrd="0" presId="urn:microsoft.com/office/officeart/2018/2/layout/IconVerticalSolidList"/>
    <dgm:cxn modelId="{7877A3AC-5457-4E65-B28D-8AB9A3251463}" type="presOf" srcId="{ACF19D61-F7E7-455B-8ED5-422630271B2B}" destId="{0895B940-8088-4746-883A-947E1DC41B5A}" srcOrd="0" destOrd="0" presId="urn:microsoft.com/office/officeart/2018/2/layout/IconVerticalSolidList"/>
    <dgm:cxn modelId="{8E1AA7ED-DFD1-42B1-8952-F3D15CD86F0B}" type="presOf" srcId="{0DD1F0C2-B2CE-44A8-89AC-B641B4734B6E}" destId="{FEEE48F1-17AA-4AD3-A14A-C63817E64402}" srcOrd="0" destOrd="0" presId="urn:microsoft.com/office/officeart/2018/2/layout/IconVerticalSolidList"/>
    <dgm:cxn modelId="{838C5BFB-C93D-4251-9AB4-E7EE62B8533F}" srcId="{29DED761-D15D-4E3C-B74A-0E05A43644F0}" destId="{ACF19D61-F7E7-455B-8ED5-422630271B2B}" srcOrd="3" destOrd="0" parTransId="{BBABA8CE-60E2-4AC2-9E21-674AECD1FD49}" sibTransId="{490EF355-8DC3-4C01-8207-6A212219DD96}"/>
    <dgm:cxn modelId="{AC24A0FB-5ECB-40AF-87C2-C9B53F6875E6}" srcId="{29DED761-D15D-4E3C-B74A-0E05A43644F0}" destId="{15034B23-54F4-4469-9297-E90EA945F8AF}" srcOrd="0" destOrd="0" parTransId="{B57D262E-A985-48CB-83BC-17E2C14D2195}" sibTransId="{E2DEB5D7-A4C8-49F0-A37B-E392636BC934}"/>
    <dgm:cxn modelId="{B54C8C33-04F2-4504-BE25-095A5439C64D}" type="presParOf" srcId="{3DFC1692-3132-4E26-A605-D38DD44CC81D}" destId="{2817B785-1E17-4DC1-9573-A71B282EC8A6}" srcOrd="0" destOrd="0" presId="urn:microsoft.com/office/officeart/2018/2/layout/IconVerticalSolidList"/>
    <dgm:cxn modelId="{E8F6265F-FC25-4B46-A122-494ED3DB6046}" type="presParOf" srcId="{2817B785-1E17-4DC1-9573-A71B282EC8A6}" destId="{D9CF8517-39A1-4C45-9712-10F9794C343E}" srcOrd="0" destOrd="0" presId="urn:microsoft.com/office/officeart/2018/2/layout/IconVerticalSolidList"/>
    <dgm:cxn modelId="{1A2C9920-1DEE-4522-9C99-8851BAA4019C}" type="presParOf" srcId="{2817B785-1E17-4DC1-9573-A71B282EC8A6}" destId="{5EBCF511-99F0-42FA-B9E9-2A6E1119DB1E}" srcOrd="1" destOrd="0" presId="urn:microsoft.com/office/officeart/2018/2/layout/IconVerticalSolidList"/>
    <dgm:cxn modelId="{DE404DCE-72FD-4CE2-9959-29A0A34152E8}" type="presParOf" srcId="{2817B785-1E17-4DC1-9573-A71B282EC8A6}" destId="{5A68AA97-F90E-4892-A22A-1EFC6701E182}" srcOrd="2" destOrd="0" presId="urn:microsoft.com/office/officeart/2018/2/layout/IconVerticalSolidList"/>
    <dgm:cxn modelId="{B6A017BB-55C3-4FDA-BFA8-985C8CFCEEB1}" type="presParOf" srcId="{2817B785-1E17-4DC1-9573-A71B282EC8A6}" destId="{343F3607-EC05-4783-97B9-561C54316A3F}" srcOrd="3" destOrd="0" presId="urn:microsoft.com/office/officeart/2018/2/layout/IconVerticalSolidList"/>
    <dgm:cxn modelId="{CA00AABA-6C0D-4A0F-9EB4-56B5BA6A51DA}" type="presParOf" srcId="{3DFC1692-3132-4E26-A605-D38DD44CC81D}" destId="{42F730DA-29AC-4C0B-85E7-6A597E4E7DCC}" srcOrd="1" destOrd="0" presId="urn:microsoft.com/office/officeart/2018/2/layout/IconVerticalSolidList"/>
    <dgm:cxn modelId="{5F8B7F1B-F1CB-408C-B102-1F9F5ACFEA3C}" type="presParOf" srcId="{3DFC1692-3132-4E26-A605-D38DD44CC81D}" destId="{3479E5F3-71B4-4F0D-8078-E99BEB5A3809}" srcOrd="2" destOrd="0" presId="urn:microsoft.com/office/officeart/2018/2/layout/IconVerticalSolidList"/>
    <dgm:cxn modelId="{B37F8CE5-7AF1-4D8F-8896-6B28F14FF11E}" type="presParOf" srcId="{3479E5F3-71B4-4F0D-8078-E99BEB5A3809}" destId="{D245A7E8-1E82-4E80-94AA-477D0ED4BA90}" srcOrd="0" destOrd="0" presId="urn:microsoft.com/office/officeart/2018/2/layout/IconVerticalSolidList"/>
    <dgm:cxn modelId="{3BFCAEDA-92AF-445C-8A74-1332B2D54B76}" type="presParOf" srcId="{3479E5F3-71B4-4F0D-8078-E99BEB5A3809}" destId="{98DA0C5B-26BC-4DDF-B9B8-1F56F2E81B78}" srcOrd="1" destOrd="0" presId="urn:microsoft.com/office/officeart/2018/2/layout/IconVerticalSolidList"/>
    <dgm:cxn modelId="{52F497AA-DBF6-43BC-B330-F365EB1ADF2E}" type="presParOf" srcId="{3479E5F3-71B4-4F0D-8078-E99BEB5A3809}" destId="{28177F55-4A5E-4756-B0FE-700B4A7D8E9B}" srcOrd="2" destOrd="0" presId="urn:microsoft.com/office/officeart/2018/2/layout/IconVerticalSolidList"/>
    <dgm:cxn modelId="{CFF0C0F4-E102-4388-8A25-B481361FDF5B}" type="presParOf" srcId="{3479E5F3-71B4-4F0D-8078-E99BEB5A3809}" destId="{FEEE48F1-17AA-4AD3-A14A-C63817E64402}" srcOrd="3" destOrd="0" presId="urn:microsoft.com/office/officeart/2018/2/layout/IconVerticalSolidList"/>
    <dgm:cxn modelId="{E988EE07-D49F-4F34-9F3F-3E99692C8402}" type="presParOf" srcId="{3DFC1692-3132-4E26-A605-D38DD44CC81D}" destId="{B8B15C68-A943-4099-B33D-D117D0D4D3C8}" srcOrd="3" destOrd="0" presId="urn:microsoft.com/office/officeart/2018/2/layout/IconVerticalSolidList"/>
    <dgm:cxn modelId="{F6598322-E854-4EF5-8715-AEA6801432C1}" type="presParOf" srcId="{3DFC1692-3132-4E26-A605-D38DD44CC81D}" destId="{7760A62A-CB0C-43A8-89C2-371E2A17125A}" srcOrd="4" destOrd="0" presId="urn:microsoft.com/office/officeart/2018/2/layout/IconVerticalSolidList"/>
    <dgm:cxn modelId="{CCFE89B9-C647-4AB8-8D10-F3D03468B0D5}" type="presParOf" srcId="{7760A62A-CB0C-43A8-89C2-371E2A17125A}" destId="{6B8BB182-CFFC-4A67-8D8E-CDDB39F61091}" srcOrd="0" destOrd="0" presId="urn:microsoft.com/office/officeart/2018/2/layout/IconVerticalSolidList"/>
    <dgm:cxn modelId="{699858E9-8491-41D3-9E98-B84FE1E8C602}" type="presParOf" srcId="{7760A62A-CB0C-43A8-89C2-371E2A17125A}" destId="{ED82166F-D40D-4084-9E9A-2390F2FB5A17}" srcOrd="1" destOrd="0" presId="urn:microsoft.com/office/officeart/2018/2/layout/IconVerticalSolidList"/>
    <dgm:cxn modelId="{AA0EF73B-914A-45C1-BFC6-B7C1AAB86D55}" type="presParOf" srcId="{7760A62A-CB0C-43A8-89C2-371E2A17125A}" destId="{1B41A8A2-2BC3-4417-8C9B-94C323655DBC}" srcOrd="2" destOrd="0" presId="urn:microsoft.com/office/officeart/2018/2/layout/IconVerticalSolidList"/>
    <dgm:cxn modelId="{8AF7E104-B07B-42C2-BE0D-571A79E668F0}" type="presParOf" srcId="{7760A62A-CB0C-43A8-89C2-371E2A17125A}" destId="{CEC1F096-5202-44F2-89D5-74336DD7F3E5}" srcOrd="3" destOrd="0" presId="urn:microsoft.com/office/officeart/2018/2/layout/IconVerticalSolidList"/>
    <dgm:cxn modelId="{4804BB44-573E-4E76-8791-D5DE5856DA61}" type="presParOf" srcId="{3DFC1692-3132-4E26-A605-D38DD44CC81D}" destId="{3E4543D3-6636-4B74-AAE3-45F65ABE6020}" srcOrd="5" destOrd="0" presId="urn:microsoft.com/office/officeart/2018/2/layout/IconVerticalSolidList"/>
    <dgm:cxn modelId="{920A267C-1B35-4735-9D03-77E62C0A55ED}" type="presParOf" srcId="{3DFC1692-3132-4E26-A605-D38DD44CC81D}" destId="{C58720FD-BBA9-4429-8803-148847B1C2D5}" srcOrd="6" destOrd="0" presId="urn:microsoft.com/office/officeart/2018/2/layout/IconVerticalSolidList"/>
    <dgm:cxn modelId="{6A417D53-6E21-40EC-89C0-40B298943861}" type="presParOf" srcId="{C58720FD-BBA9-4429-8803-148847B1C2D5}" destId="{5060616E-B734-4F32-B662-7248CDFECD08}" srcOrd="0" destOrd="0" presId="urn:microsoft.com/office/officeart/2018/2/layout/IconVerticalSolidList"/>
    <dgm:cxn modelId="{CCCB6F95-A449-4610-866E-6F802F9A267C}" type="presParOf" srcId="{C58720FD-BBA9-4429-8803-148847B1C2D5}" destId="{395F358B-3585-4114-AEC7-D5A8C2E2D0A9}" srcOrd="1" destOrd="0" presId="urn:microsoft.com/office/officeart/2018/2/layout/IconVerticalSolidList"/>
    <dgm:cxn modelId="{6D6A2F67-DA75-41A8-A8EF-B69CD6ABC1CC}" type="presParOf" srcId="{C58720FD-BBA9-4429-8803-148847B1C2D5}" destId="{79369E8F-7DDD-4A4E-A458-0514A4ACEF63}" srcOrd="2" destOrd="0" presId="urn:microsoft.com/office/officeart/2018/2/layout/IconVerticalSolidList"/>
    <dgm:cxn modelId="{0D749E68-27B0-4659-BA89-799A1A6291D1}" type="presParOf" srcId="{C58720FD-BBA9-4429-8803-148847B1C2D5}" destId="{0895B940-8088-4746-883A-947E1DC41B5A}" srcOrd="3" destOrd="0" presId="urn:microsoft.com/office/officeart/2018/2/layout/IconVerticalSolidList"/>
    <dgm:cxn modelId="{BFDF0BBE-7F8D-4911-A372-677C9DBD9F3C}" type="presParOf" srcId="{3DFC1692-3132-4E26-A605-D38DD44CC81D}" destId="{6BC3CCD9-DBAA-4E53-AEA9-6406D3599ADA}" srcOrd="7" destOrd="0" presId="urn:microsoft.com/office/officeart/2018/2/layout/IconVerticalSolidList"/>
    <dgm:cxn modelId="{38DFAED6-DB81-45EF-B194-25F0DC6637E6}" type="presParOf" srcId="{3DFC1692-3132-4E26-A605-D38DD44CC81D}" destId="{ABF6F30B-23F2-4E3F-B9B6-80FA332FCFB0}" srcOrd="8" destOrd="0" presId="urn:microsoft.com/office/officeart/2018/2/layout/IconVerticalSolidList"/>
    <dgm:cxn modelId="{BBE0D2F6-2642-4EE1-955A-8FC09C3D22FE}" type="presParOf" srcId="{ABF6F30B-23F2-4E3F-B9B6-80FA332FCFB0}" destId="{6C9A2930-36C5-4FAD-811F-F521D6686642}" srcOrd="0" destOrd="0" presId="urn:microsoft.com/office/officeart/2018/2/layout/IconVerticalSolidList"/>
    <dgm:cxn modelId="{FED33BC7-72FD-43BD-A747-7D2F9504CFDB}" type="presParOf" srcId="{ABF6F30B-23F2-4E3F-B9B6-80FA332FCFB0}" destId="{EFC49C6B-1100-4953-85AA-341A3A21B5C0}" srcOrd="1" destOrd="0" presId="urn:microsoft.com/office/officeart/2018/2/layout/IconVerticalSolidList"/>
    <dgm:cxn modelId="{0515EEE4-97F3-4B3B-96B4-BE6BA9C4EEC0}" type="presParOf" srcId="{ABF6F30B-23F2-4E3F-B9B6-80FA332FCFB0}" destId="{B473E5AF-D94C-4685-B4E8-275982D3B19C}" srcOrd="2" destOrd="0" presId="urn:microsoft.com/office/officeart/2018/2/layout/IconVerticalSolidList"/>
    <dgm:cxn modelId="{380882D4-B2C2-47AB-8727-70D408130AF2}" type="presParOf" srcId="{ABF6F30B-23F2-4E3F-B9B6-80FA332FCFB0}" destId="{D098EA8F-3EA3-4E38-9215-04860CA59A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BEF320-EFDA-4DB1-B0F7-1049E4A1AE9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DBCD0DF-68EB-4722-95EB-629C7D102F82}">
      <dgm:prSet/>
      <dgm:spPr/>
      <dgm:t>
        <a:bodyPr/>
        <a:lstStyle/>
        <a:p>
          <a:r>
            <a:rPr lang="en-US"/>
            <a:t>The purpose of the DevOps Pipeline is to automate all parts of the application delivery process.</a:t>
          </a:r>
        </a:p>
      </dgm:t>
    </dgm:pt>
    <dgm:pt modelId="{4339120D-7FE2-49DB-BD9B-DFA55F32A5C8}" type="parTrans" cxnId="{5CB7F9D4-B239-46AD-BCAB-3D8E7D90CD9A}">
      <dgm:prSet/>
      <dgm:spPr/>
      <dgm:t>
        <a:bodyPr/>
        <a:lstStyle/>
        <a:p>
          <a:endParaRPr lang="en-US"/>
        </a:p>
      </dgm:t>
    </dgm:pt>
    <dgm:pt modelId="{B503C04F-E163-4FC8-A974-A9CE1113000A}" type="sibTrans" cxnId="{5CB7F9D4-B239-46AD-BCAB-3D8E7D90CD9A}">
      <dgm:prSet/>
      <dgm:spPr/>
      <dgm:t>
        <a:bodyPr/>
        <a:lstStyle/>
        <a:p>
          <a:endParaRPr lang="en-US"/>
        </a:p>
      </dgm:t>
    </dgm:pt>
    <dgm:pt modelId="{51C08DA7-D741-4E46-9383-B8A704F77F96}">
      <dgm:prSet/>
      <dgm:spPr/>
      <dgm:t>
        <a:bodyPr/>
        <a:lstStyle/>
        <a:p>
          <a:r>
            <a:rPr lang="en-US"/>
            <a:t>IT departments can setup a pipeline that is regularly triggered to build, test and even deploy the application automatically.</a:t>
          </a:r>
        </a:p>
      </dgm:t>
    </dgm:pt>
    <dgm:pt modelId="{7B098A05-C156-4DBB-A489-2ECAF72DE6E8}" type="parTrans" cxnId="{302C0BDE-45C1-481B-96C5-9361DA08AD3A}">
      <dgm:prSet/>
      <dgm:spPr/>
      <dgm:t>
        <a:bodyPr/>
        <a:lstStyle/>
        <a:p>
          <a:endParaRPr lang="en-US"/>
        </a:p>
      </dgm:t>
    </dgm:pt>
    <dgm:pt modelId="{6904823C-DB25-495C-8091-3F91B232BB34}" type="sibTrans" cxnId="{302C0BDE-45C1-481B-96C5-9361DA08AD3A}">
      <dgm:prSet/>
      <dgm:spPr/>
      <dgm:t>
        <a:bodyPr/>
        <a:lstStyle/>
        <a:p>
          <a:endParaRPr lang="en-US"/>
        </a:p>
      </dgm:t>
    </dgm:pt>
    <dgm:pt modelId="{34131D23-48DE-46D2-9794-729A791DDA11}">
      <dgm:prSet/>
      <dgm:spPr/>
      <dgm:t>
        <a:bodyPr/>
        <a:lstStyle/>
        <a:p>
          <a:r>
            <a:rPr lang="en-US" dirty="0"/>
            <a:t>This automation allows developers to deliver code at very high velocity.</a:t>
          </a:r>
        </a:p>
      </dgm:t>
    </dgm:pt>
    <dgm:pt modelId="{94E6B8A5-278E-4AF3-8142-7E203BEB1E87}" type="parTrans" cxnId="{DF898370-3E89-425A-97A0-93607A33DB39}">
      <dgm:prSet/>
      <dgm:spPr/>
      <dgm:t>
        <a:bodyPr/>
        <a:lstStyle/>
        <a:p>
          <a:endParaRPr lang="en-US"/>
        </a:p>
      </dgm:t>
    </dgm:pt>
    <dgm:pt modelId="{DA48FAE4-1F7F-45BC-8071-BD53F256C33D}" type="sibTrans" cxnId="{DF898370-3E89-425A-97A0-93607A33DB39}">
      <dgm:prSet/>
      <dgm:spPr/>
      <dgm:t>
        <a:bodyPr/>
        <a:lstStyle/>
        <a:p>
          <a:endParaRPr lang="en-US"/>
        </a:p>
      </dgm:t>
    </dgm:pt>
    <dgm:pt modelId="{493EC408-C308-44F4-9459-F30CDB981FEC}" type="pres">
      <dgm:prSet presAssocID="{C3BEF320-EFDA-4DB1-B0F7-1049E4A1AE91}" presName="linear" presStyleCnt="0">
        <dgm:presLayoutVars>
          <dgm:animLvl val="lvl"/>
          <dgm:resizeHandles val="exact"/>
        </dgm:presLayoutVars>
      </dgm:prSet>
      <dgm:spPr/>
    </dgm:pt>
    <dgm:pt modelId="{A4E2C220-54DB-4363-96FA-5F1029C9A624}" type="pres">
      <dgm:prSet presAssocID="{1DBCD0DF-68EB-4722-95EB-629C7D102F8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3BCFB7A-8F55-4683-A05E-301C5E188092}" type="pres">
      <dgm:prSet presAssocID="{B503C04F-E163-4FC8-A974-A9CE1113000A}" presName="spacer" presStyleCnt="0"/>
      <dgm:spPr/>
    </dgm:pt>
    <dgm:pt modelId="{89CD9A28-1B77-4E0D-9CED-3FF264D836F4}" type="pres">
      <dgm:prSet presAssocID="{51C08DA7-D741-4E46-9383-B8A704F77F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5C448D-AB80-4531-BB1B-5EBBB64DCB76}" type="pres">
      <dgm:prSet presAssocID="{6904823C-DB25-495C-8091-3F91B232BB34}" presName="spacer" presStyleCnt="0"/>
      <dgm:spPr/>
    </dgm:pt>
    <dgm:pt modelId="{43E15DDC-060E-492D-9F8A-1B773C5D552C}" type="pres">
      <dgm:prSet presAssocID="{34131D23-48DE-46D2-9794-729A791DDA1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4983C35-ED3B-4E64-A426-F13066CBD01B}" type="presOf" srcId="{34131D23-48DE-46D2-9794-729A791DDA11}" destId="{43E15DDC-060E-492D-9F8A-1B773C5D552C}" srcOrd="0" destOrd="0" presId="urn:microsoft.com/office/officeart/2005/8/layout/vList2"/>
    <dgm:cxn modelId="{3F705D5F-6B70-4467-8E8E-772E1E035F38}" type="presOf" srcId="{C3BEF320-EFDA-4DB1-B0F7-1049E4A1AE91}" destId="{493EC408-C308-44F4-9459-F30CDB981FEC}" srcOrd="0" destOrd="0" presId="urn:microsoft.com/office/officeart/2005/8/layout/vList2"/>
    <dgm:cxn modelId="{DF898370-3E89-425A-97A0-93607A33DB39}" srcId="{C3BEF320-EFDA-4DB1-B0F7-1049E4A1AE91}" destId="{34131D23-48DE-46D2-9794-729A791DDA11}" srcOrd="2" destOrd="0" parTransId="{94E6B8A5-278E-4AF3-8142-7E203BEB1E87}" sibTransId="{DA48FAE4-1F7F-45BC-8071-BD53F256C33D}"/>
    <dgm:cxn modelId="{3DF3B883-7940-4021-BA37-41270523FBA5}" type="presOf" srcId="{51C08DA7-D741-4E46-9383-B8A704F77F96}" destId="{89CD9A28-1B77-4E0D-9CED-3FF264D836F4}" srcOrd="0" destOrd="0" presId="urn:microsoft.com/office/officeart/2005/8/layout/vList2"/>
    <dgm:cxn modelId="{5CB7F9D4-B239-46AD-BCAB-3D8E7D90CD9A}" srcId="{C3BEF320-EFDA-4DB1-B0F7-1049E4A1AE91}" destId="{1DBCD0DF-68EB-4722-95EB-629C7D102F82}" srcOrd="0" destOrd="0" parTransId="{4339120D-7FE2-49DB-BD9B-DFA55F32A5C8}" sibTransId="{B503C04F-E163-4FC8-A974-A9CE1113000A}"/>
    <dgm:cxn modelId="{302C0BDE-45C1-481B-96C5-9361DA08AD3A}" srcId="{C3BEF320-EFDA-4DB1-B0F7-1049E4A1AE91}" destId="{51C08DA7-D741-4E46-9383-B8A704F77F96}" srcOrd="1" destOrd="0" parTransId="{7B098A05-C156-4DBB-A489-2ECAF72DE6E8}" sibTransId="{6904823C-DB25-495C-8091-3F91B232BB34}"/>
    <dgm:cxn modelId="{63E7F3F3-33AD-4561-B8DA-070CC5939D59}" type="presOf" srcId="{1DBCD0DF-68EB-4722-95EB-629C7D102F82}" destId="{A4E2C220-54DB-4363-96FA-5F1029C9A624}" srcOrd="0" destOrd="0" presId="urn:microsoft.com/office/officeart/2005/8/layout/vList2"/>
    <dgm:cxn modelId="{5AC627CA-EB58-49D1-8B63-22860ECCE3E6}" type="presParOf" srcId="{493EC408-C308-44F4-9459-F30CDB981FEC}" destId="{A4E2C220-54DB-4363-96FA-5F1029C9A624}" srcOrd="0" destOrd="0" presId="urn:microsoft.com/office/officeart/2005/8/layout/vList2"/>
    <dgm:cxn modelId="{FCE42DFD-3ED1-41A9-BCC5-70068BEFA2FD}" type="presParOf" srcId="{493EC408-C308-44F4-9459-F30CDB981FEC}" destId="{E3BCFB7A-8F55-4683-A05E-301C5E188092}" srcOrd="1" destOrd="0" presId="urn:microsoft.com/office/officeart/2005/8/layout/vList2"/>
    <dgm:cxn modelId="{C7145CF6-70AD-4B0A-8EDF-482C37BFEFB1}" type="presParOf" srcId="{493EC408-C308-44F4-9459-F30CDB981FEC}" destId="{89CD9A28-1B77-4E0D-9CED-3FF264D836F4}" srcOrd="2" destOrd="0" presId="urn:microsoft.com/office/officeart/2005/8/layout/vList2"/>
    <dgm:cxn modelId="{61AAA837-8646-4AFB-8D1E-A1834419843E}" type="presParOf" srcId="{493EC408-C308-44F4-9459-F30CDB981FEC}" destId="{C65C448D-AB80-4531-BB1B-5EBBB64DCB76}" srcOrd="3" destOrd="0" presId="urn:microsoft.com/office/officeart/2005/8/layout/vList2"/>
    <dgm:cxn modelId="{4737479E-9BF3-427E-85CA-FB619918ED42}" type="presParOf" srcId="{493EC408-C308-44F4-9459-F30CDB981FEC}" destId="{43E15DDC-060E-492D-9F8A-1B773C5D552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E34CC-446B-4E87-84E4-FEAD88B00868}">
      <dsp:nvSpPr>
        <dsp:cNvPr id="0" name=""/>
        <dsp:cNvSpPr/>
      </dsp:nvSpPr>
      <dsp:spPr>
        <a:xfrm>
          <a:off x="0" y="2284700"/>
          <a:ext cx="1646622" cy="14990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108" tIns="106680" rIns="117108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DevOps addresses the challenge of regular release through automation.</a:t>
          </a:r>
        </a:p>
      </dsp:txBody>
      <dsp:txXfrm>
        <a:off x="0" y="2284700"/>
        <a:ext cx="1646622" cy="1499011"/>
      </dsp:txXfrm>
    </dsp:sp>
    <dsp:sp modelId="{0FAEC271-9E8E-4F61-9CB3-BEC3233F8D93}">
      <dsp:nvSpPr>
        <dsp:cNvPr id="0" name=""/>
        <dsp:cNvSpPr/>
      </dsp:nvSpPr>
      <dsp:spPr>
        <a:xfrm>
          <a:off x="1646622" y="2284700"/>
          <a:ext cx="4939866" cy="149901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204" tIns="190500" rIns="100204" bIns="1905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 Light" panose="020F0302020204030204"/>
            </a:rPr>
            <a:t>Pipeline tools</a:t>
          </a:r>
          <a:endParaRPr lang="en-US" sz="1500" kern="1200" dirty="0"/>
        </a:p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 Light" panose="020F0302020204030204"/>
            </a:rPr>
            <a:t>Test and deployment tools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Scripted </a:t>
          </a:r>
          <a:r>
            <a:rPr lang="en-US" sz="1500" kern="1200" dirty="0">
              <a:latin typeface="Calibri Light" panose="020F0302020204030204"/>
            </a:rPr>
            <a:t>processes</a:t>
          </a:r>
          <a:endParaRPr lang="en-US" sz="1500" kern="1200" dirty="0"/>
        </a:p>
      </dsp:txBody>
      <dsp:txXfrm>
        <a:off x="1646622" y="2284700"/>
        <a:ext cx="4939866" cy="1499011"/>
      </dsp:txXfrm>
    </dsp:sp>
    <dsp:sp modelId="{95C0B1E0-1F69-45E6-97CE-2B5108619AF3}">
      <dsp:nvSpPr>
        <dsp:cNvPr id="0" name=""/>
        <dsp:cNvSpPr/>
      </dsp:nvSpPr>
      <dsp:spPr>
        <a:xfrm rot="10800000">
          <a:off x="0" y="1706"/>
          <a:ext cx="1646622" cy="230547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108" tIns="106680" rIns="117108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 process through which software flows through any development process is:</a:t>
          </a:r>
        </a:p>
      </dsp:txBody>
      <dsp:txXfrm rot="-10800000">
        <a:off x="0" y="1706"/>
        <a:ext cx="1646622" cy="1498561"/>
      </dsp:txXfrm>
    </dsp:sp>
    <dsp:sp modelId="{4F6AB6B4-92A8-4EE0-BC58-3F1CEDD618C5}">
      <dsp:nvSpPr>
        <dsp:cNvPr id="0" name=""/>
        <dsp:cNvSpPr/>
      </dsp:nvSpPr>
      <dsp:spPr>
        <a:xfrm>
          <a:off x="1646622" y="1706"/>
          <a:ext cx="4939866" cy="1498561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204" tIns="190500" rIns="100204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Development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Testing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Deployment</a:t>
          </a:r>
        </a:p>
      </dsp:txBody>
      <dsp:txXfrm>
        <a:off x="1646622" y="1706"/>
        <a:ext cx="4939866" cy="14985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55ED8-DE0C-4B4F-9CCE-B04D211072A5}">
      <dsp:nvSpPr>
        <dsp:cNvPr id="0" name=""/>
        <dsp:cNvSpPr/>
      </dsp:nvSpPr>
      <dsp:spPr>
        <a:xfrm>
          <a:off x="0" y="3400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A1A241-4D0D-4CD0-983C-ADF3CF30C59F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8A321-A575-461A-81C8-FF2D828C3EB7}">
      <dsp:nvSpPr>
        <dsp:cNvPr id="0" name=""/>
        <dsp:cNvSpPr/>
      </dsp:nvSpPr>
      <dsp:spPr>
        <a:xfrm>
          <a:off x="836555" y="3400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Any non-trivial system will be made up of many different parts.</a:t>
          </a:r>
        </a:p>
      </dsp:txBody>
      <dsp:txXfrm>
        <a:off x="836555" y="3400"/>
        <a:ext cx="9679044" cy="724290"/>
      </dsp:txXfrm>
    </dsp:sp>
    <dsp:sp modelId="{5B5CFB8B-2187-4B1B-B60A-1B32E69AF51C}">
      <dsp:nvSpPr>
        <dsp:cNvPr id="0" name=""/>
        <dsp:cNvSpPr/>
      </dsp:nvSpPr>
      <dsp:spPr>
        <a:xfrm>
          <a:off x="0" y="908763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012CB-CEF0-4584-B422-A1FB163EB2FC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C85A4-D521-4F6A-8548-D75F5337BDF0}">
      <dsp:nvSpPr>
        <dsp:cNvPr id="0" name=""/>
        <dsp:cNvSpPr/>
      </dsp:nvSpPr>
      <dsp:spPr>
        <a:xfrm>
          <a:off x="836555" y="90876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Non-trivial system will have multiple developers, all working on parts of a release.</a:t>
          </a:r>
        </a:p>
      </dsp:txBody>
      <dsp:txXfrm>
        <a:off x="836555" y="908763"/>
        <a:ext cx="9679044" cy="724290"/>
      </dsp:txXfrm>
    </dsp:sp>
    <dsp:sp modelId="{6D04F53E-14F1-4352-AF44-286FCED66539}">
      <dsp:nvSpPr>
        <dsp:cNvPr id="0" name=""/>
        <dsp:cNvSpPr/>
      </dsp:nvSpPr>
      <dsp:spPr>
        <a:xfrm>
          <a:off x="0" y="1814126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0936A-2C6C-4FFF-993D-63605ECD287B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AF8CD-E5B0-4310-8B94-EEDA7783195D}">
      <dsp:nvSpPr>
        <dsp:cNvPr id="0" name=""/>
        <dsp:cNvSpPr/>
      </dsp:nvSpPr>
      <dsp:spPr>
        <a:xfrm>
          <a:off x="836555" y="1814126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Each developer should test what they have written (unit testing).</a:t>
          </a:r>
        </a:p>
      </dsp:txBody>
      <dsp:txXfrm>
        <a:off x="836555" y="1814126"/>
        <a:ext cx="9679044" cy="724290"/>
      </dsp:txXfrm>
    </dsp:sp>
    <dsp:sp modelId="{93168C89-246A-4D96-AF97-43BE0EE36A64}">
      <dsp:nvSpPr>
        <dsp:cNvPr id="0" name=""/>
        <dsp:cNvSpPr/>
      </dsp:nvSpPr>
      <dsp:spPr>
        <a:xfrm>
          <a:off x="0" y="2719489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F2DB3-80B8-4265-9163-6948169D51ED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2EEE0-A598-4583-8B24-C1691A33AB31}">
      <dsp:nvSpPr>
        <dsp:cNvPr id="0" name=""/>
        <dsp:cNvSpPr/>
      </dsp:nvSpPr>
      <dsp:spPr>
        <a:xfrm>
          <a:off x="836555" y="2719489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Developers may also be working on different releases so it is necessary to keep a track of what code is meant for which release.</a:t>
          </a:r>
        </a:p>
      </dsp:txBody>
      <dsp:txXfrm>
        <a:off x="836555" y="2719489"/>
        <a:ext cx="9679044" cy="724290"/>
      </dsp:txXfrm>
    </dsp:sp>
    <dsp:sp modelId="{843444F6-E666-4023-8CB1-62564076D5F2}">
      <dsp:nvSpPr>
        <dsp:cNvPr id="0" name=""/>
        <dsp:cNvSpPr/>
      </dsp:nvSpPr>
      <dsp:spPr>
        <a:xfrm>
          <a:off x="0" y="3624853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9CA02-D603-4448-A864-048B621DA1AC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C53B4-E614-41AE-9EEB-D3849A2183B3}">
      <dsp:nvSpPr>
        <dsp:cNvPr id="0" name=""/>
        <dsp:cNvSpPr/>
      </dsp:nvSpPr>
      <dsp:spPr>
        <a:xfrm>
          <a:off x="836555" y="362485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Source Control tools are used to manage this process.</a:t>
          </a:r>
        </a:p>
      </dsp:txBody>
      <dsp:txXfrm>
        <a:off x="836555" y="3624853"/>
        <a:ext cx="9679044" cy="724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B3822-250F-45F7-946A-21A7AFDACF30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0C763-D8EE-49FC-A2AD-5DD5A7C052DD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7737E-18DA-4136-819E-3A03A0F41479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When developers are happy their code works it can be combined or 'integrated' with other developer's work</a:t>
          </a:r>
        </a:p>
      </dsp:txBody>
      <dsp:txXfrm>
        <a:off x="836323" y="3399"/>
        <a:ext cx="9679276" cy="724089"/>
      </dsp:txXfrm>
    </dsp:sp>
    <dsp:sp modelId="{7B894D20-17B1-4BAC-98B2-D6C15F9B2492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A5432-AE87-451E-AA6C-55B5280D6CC7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83704-E787-48A8-B098-D0C9C6DE7686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It is necessary to integrate all the new code for a release before the system can be tested.</a:t>
          </a:r>
        </a:p>
      </dsp:txBody>
      <dsp:txXfrm>
        <a:off x="836323" y="908511"/>
        <a:ext cx="9679276" cy="724089"/>
      </dsp:txXfrm>
    </dsp:sp>
    <dsp:sp modelId="{0CEA5A55-8A76-474A-84FB-35F595E05452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07F86-59D3-4A5C-8E8C-6291D72AB143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DDA24-1107-4A25-ABE9-FC9090DC4557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integrated code also needs to be built in an environment separate from development, so any changes being developed do not impact the testing.</a:t>
          </a:r>
        </a:p>
      </dsp:txBody>
      <dsp:txXfrm>
        <a:off x="836323" y="1813624"/>
        <a:ext cx="9679276" cy="724089"/>
      </dsp:txXfrm>
    </dsp:sp>
    <dsp:sp modelId="{FC46FC05-4B2E-4803-BA23-BC287BA73531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0DE70-37CB-46F9-BE2A-2987A9B9616D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27722-4189-4DF9-AF83-299BA7458CB7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 get the fastest feedback on testing, the committed code should be integrated and tested as soon as possible. </a:t>
          </a:r>
        </a:p>
      </dsp:txBody>
      <dsp:txXfrm>
        <a:off x="836323" y="2718736"/>
        <a:ext cx="9679276" cy="724089"/>
      </dsp:txXfrm>
    </dsp:sp>
    <dsp:sp modelId="{CF96FAC4-EFE8-493D-B546-41B2FCFA618F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12F17-AC8E-4AB3-8271-285E0D384327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D408F-E9C7-4F6C-8271-36B04DFC856D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DevOps uses Continuous Integration tools automate building the code into a test environment.</a:t>
          </a:r>
        </a:p>
      </dsp:txBody>
      <dsp:txXfrm>
        <a:off x="836323" y="3623848"/>
        <a:ext cx="9679276" cy="7240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CF8517-39A1-4C45-9712-10F9794C343E}">
      <dsp:nvSpPr>
        <dsp:cNvPr id="0" name=""/>
        <dsp:cNvSpPr/>
      </dsp:nvSpPr>
      <dsp:spPr>
        <a:xfrm>
          <a:off x="0" y="4606"/>
          <a:ext cx="6588691" cy="981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CF511-99F0-42FA-B9E9-2A6E1119DB1E}">
      <dsp:nvSpPr>
        <dsp:cNvPr id="0" name=""/>
        <dsp:cNvSpPr/>
      </dsp:nvSpPr>
      <dsp:spPr>
        <a:xfrm>
          <a:off x="296829" y="225389"/>
          <a:ext cx="539690" cy="53969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F3607-EC05-4783-97B9-561C54316A3F}">
      <dsp:nvSpPr>
        <dsp:cNvPr id="0" name=""/>
        <dsp:cNvSpPr/>
      </dsp:nvSpPr>
      <dsp:spPr>
        <a:xfrm>
          <a:off x="1133349" y="4606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Once code has passed all the system and regression testing is complete the software should be ready to release.</a:t>
          </a:r>
        </a:p>
      </dsp:txBody>
      <dsp:txXfrm>
        <a:off x="1133349" y="4606"/>
        <a:ext cx="5455341" cy="981254"/>
      </dsp:txXfrm>
    </dsp:sp>
    <dsp:sp modelId="{D245A7E8-1E82-4E80-94AA-477D0ED4BA90}">
      <dsp:nvSpPr>
        <dsp:cNvPr id="0" name=""/>
        <dsp:cNvSpPr/>
      </dsp:nvSpPr>
      <dsp:spPr>
        <a:xfrm>
          <a:off x="0" y="1231175"/>
          <a:ext cx="6588691" cy="981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A0C5B-26BC-4DDF-B9B8-1F56F2E81B78}">
      <dsp:nvSpPr>
        <dsp:cNvPr id="0" name=""/>
        <dsp:cNvSpPr/>
      </dsp:nvSpPr>
      <dsp:spPr>
        <a:xfrm>
          <a:off x="296829" y="1451957"/>
          <a:ext cx="539690" cy="53969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E48F1-17AA-4AD3-A14A-C63817E64402}">
      <dsp:nvSpPr>
        <dsp:cNvPr id="0" name=""/>
        <dsp:cNvSpPr/>
      </dsp:nvSpPr>
      <dsp:spPr>
        <a:xfrm>
          <a:off x="1133349" y="1231175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approved release can then be deployed into a production environment.</a:t>
          </a:r>
        </a:p>
      </dsp:txBody>
      <dsp:txXfrm>
        <a:off x="1133349" y="1231175"/>
        <a:ext cx="5455341" cy="981254"/>
      </dsp:txXfrm>
    </dsp:sp>
    <dsp:sp modelId="{6B8BB182-CFFC-4A67-8D8E-CDDB39F61091}">
      <dsp:nvSpPr>
        <dsp:cNvPr id="0" name=""/>
        <dsp:cNvSpPr/>
      </dsp:nvSpPr>
      <dsp:spPr>
        <a:xfrm>
          <a:off x="0" y="2457744"/>
          <a:ext cx="6588691" cy="981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2166F-D40D-4084-9E9A-2390F2FB5A17}">
      <dsp:nvSpPr>
        <dsp:cNvPr id="0" name=""/>
        <dsp:cNvSpPr/>
      </dsp:nvSpPr>
      <dsp:spPr>
        <a:xfrm>
          <a:off x="296829" y="2678526"/>
          <a:ext cx="539690" cy="53969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1F096-5202-44F2-89D5-74336DD7F3E5}">
      <dsp:nvSpPr>
        <dsp:cNvPr id="0" name=""/>
        <dsp:cNvSpPr/>
      </dsp:nvSpPr>
      <dsp:spPr>
        <a:xfrm>
          <a:off x="1133349" y="2457744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Tools exist to automate the proess of pushing software releases out, for instance Ansible.</a:t>
          </a:r>
        </a:p>
      </dsp:txBody>
      <dsp:txXfrm>
        <a:off x="1133349" y="2457744"/>
        <a:ext cx="5455341" cy="981254"/>
      </dsp:txXfrm>
    </dsp:sp>
    <dsp:sp modelId="{5060616E-B734-4F32-B662-7248CDFECD08}">
      <dsp:nvSpPr>
        <dsp:cNvPr id="0" name=""/>
        <dsp:cNvSpPr/>
      </dsp:nvSpPr>
      <dsp:spPr>
        <a:xfrm>
          <a:off x="0" y="3684312"/>
          <a:ext cx="6588691" cy="981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F358B-3585-4114-AEC7-D5A8C2E2D0A9}">
      <dsp:nvSpPr>
        <dsp:cNvPr id="0" name=""/>
        <dsp:cNvSpPr/>
      </dsp:nvSpPr>
      <dsp:spPr>
        <a:xfrm>
          <a:off x="296829" y="3905095"/>
          <a:ext cx="539690" cy="539690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5B940-8088-4746-883A-947E1DC41B5A}">
      <dsp:nvSpPr>
        <dsp:cNvPr id="0" name=""/>
        <dsp:cNvSpPr/>
      </dsp:nvSpPr>
      <dsp:spPr>
        <a:xfrm>
          <a:off x="1133349" y="3684312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Tools also exist to provision changes to networks and systems along with software, for instance Terraform.</a:t>
          </a:r>
        </a:p>
      </dsp:txBody>
      <dsp:txXfrm>
        <a:off x="1133349" y="3684312"/>
        <a:ext cx="5455341" cy="981254"/>
      </dsp:txXfrm>
    </dsp:sp>
    <dsp:sp modelId="{6C9A2930-36C5-4FAD-811F-F521D6686642}">
      <dsp:nvSpPr>
        <dsp:cNvPr id="0" name=""/>
        <dsp:cNvSpPr/>
      </dsp:nvSpPr>
      <dsp:spPr>
        <a:xfrm>
          <a:off x="0" y="4910881"/>
          <a:ext cx="6588691" cy="981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49C6B-1100-4953-85AA-341A3A21B5C0}">
      <dsp:nvSpPr>
        <dsp:cNvPr id="0" name=""/>
        <dsp:cNvSpPr/>
      </dsp:nvSpPr>
      <dsp:spPr>
        <a:xfrm>
          <a:off x="296829" y="5131663"/>
          <a:ext cx="539690" cy="539690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8EA8F-3EA3-4E38-9215-04860CA59AD2}">
      <dsp:nvSpPr>
        <dsp:cNvPr id="0" name=""/>
        <dsp:cNvSpPr/>
      </dsp:nvSpPr>
      <dsp:spPr>
        <a:xfrm>
          <a:off x="1133349" y="4910881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 automated process can </a:t>
          </a:r>
          <a:r>
            <a:rPr lang="en-US" sz="1800" kern="1200">
              <a:latin typeface="Calibri Light" panose="020F0302020204030204"/>
            </a:rPr>
            <a:t>be </a:t>
          </a:r>
          <a:r>
            <a:rPr lang="en-US" sz="1800" kern="1200"/>
            <a:t>repeated reliably in all the environments that need to be deployed to.</a:t>
          </a:r>
        </a:p>
      </dsp:txBody>
      <dsp:txXfrm>
        <a:off x="1133349" y="4910881"/>
        <a:ext cx="5455341" cy="9812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2C220-54DB-4363-96FA-5F1029C9A624}">
      <dsp:nvSpPr>
        <dsp:cNvPr id="0" name=""/>
        <dsp:cNvSpPr/>
      </dsp:nvSpPr>
      <dsp:spPr>
        <a:xfrm>
          <a:off x="0" y="70099"/>
          <a:ext cx="6586489" cy="117475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purpose of the DevOps Pipeline is to automate all parts of the application delivery process.</a:t>
          </a:r>
        </a:p>
      </dsp:txBody>
      <dsp:txXfrm>
        <a:off x="57347" y="127446"/>
        <a:ext cx="6471795" cy="1060059"/>
      </dsp:txXfrm>
    </dsp:sp>
    <dsp:sp modelId="{89CD9A28-1B77-4E0D-9CED-3FF264D836F4}">
      <dsp:nvSpPr>
        <dsp:cNvPr id="0" name=""/>
        <dsp:cNvSpPr/>
      </dsp:nvSpPr>
      <dsp:spPr>
        <a:xfrm>
          <a:off x="0" y="1305332"/>
          <a:ext cx="6586489" cy="1174753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departments can setup a pipeline that is regularly triggered to build, test and even deploy the application automatically.</a:t>
          </a:r>
        </a:p>
      </dsp:txBody>
      <dsp:txXfrm>
        <a:off x="57347" y="1362679"/>
        <a:ext cx="6471795" cy="1060059"/>
      </dsp:txXfrm>
    </dsp:sp>
    <dsp:sp modelId="{43E15DDC-060E-492D-9F8A-1B773C5D552C}">
      <dsp:nvSpPr>
        <dsp:cNvPr id="0" name=""/>
        <dsp:cNvSpPr/>
      </dsp:nvSpPr>
      <dsp:spPr>
        <a:xfrm>
          <a:off x="0" y="2540566"/>
          <a:ext cx="6586489" cy="1174753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This automation allows developers to deliver code at very high velocity.</a:t>
          </a:r>
        </a:p>
      </dsp:txBody>
      <dsp:txXfrm>
        <a:off x="57347" y="2597913"/>
        <a:ext cx="6471795" cy="1060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7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86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9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4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4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05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95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31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19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3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87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65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33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00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61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36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248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01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55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14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53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6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6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cs.pub.ro/courses/se/labs/0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ulakaz.net/2014/11/27/the-five-biggest-problems-in-mauritiu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B8318A-9AE8-ADB2-81EC-0FE58C78DB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73" r="-2" b="5301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1389" y="1826096"/>
            <a:ext cx="3149221" cy="2142699"/>
          </a:xfrm>
        </p:spPr>
        <p:txBody>
          <a:bodyPr anchor="b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  <a:cs typeface="Calibri Light"/>
              </a:rPr>
              <a:t>DevOps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2513" y="4196605"/>
            <a:ext cx="2906973" cy="948601"/>
          </a:xfrm>
        </p:spPr>
        <p:txBody>
          <a:bodyPr anchor="t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The first way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32DD-4B33-A75B-8FCD-7594B7DF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960030"/>
            <a:ext cx="4470832" cy="1507398"/>
          </a:xfrm>
        </p:spPr>
        <p:txBody>
          <a:bodyPr anchor="ctr">
            <a:normAutofit/>
          </a:bodyPr>
          <a:lstStyle/>
          <a:p>
            <a:r>
              <a:rPr lang="en-US" dirty="0"/>
              <a:t>What is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7D87-E679-C4BC-8E43-BE25ABBB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939" y="2416828"/>
            <a:ext cx="4658721" cy="348114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GB" dirty="0"/>
              <a:t>DevOps is a set of practices and tools which enables teams to deliver high value to end users.</a:t>
            </a:r>
          </a:p>
          <a:p>
            <a:r>
              <a:rPr lang="en-GB" dirty="0"/>
              <a:t>Value is only delivered when users and customers can reliably use the platforms or products to complete their objectives.</a:t>
            </a:r>
          </a:p>
          <a:p>
            <a:r>
              <a:rPr lang="en-GB"/>
              <a:t>DevOps combines the necessary tools, skillsets and disciplines to make this possible.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DE2769A7-7977-038E-4671-F90EB274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902" y="1820011"/>
            <a:ext cx="4076113" cy="372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E087-6631-1559-B7F8-574862B7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/>
              <a:t>Stages of Adopting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5FA8A-5F87-0D89-5501-202E8C32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/>
              <a:t>DevOps Identifies three 'ways' or principles for an organisation to move to:</a:t>
            </a:r>
          </a:p>
          <a:p>
            <a:pPr marL="617220" lvl="1" indent="-342900">
              <a:buAutoNum type="arabicPeriod"/>
            </a:pPr>
            <a:r>
              <a:rPr lang="en-GB" sz="2000"/>
              <a:t>Flow:  How to move from development to production</a:t>
            </a:r>
          </a:p>
          <a:p>
            <a:pPr marL="617220" lvl="1" indent="-342900">
              <a:buAutoNum type="arabicPeriod"/>
            </a:pPr>
            <a:r>
              <a:rPr lang="en-GB" sz="2000"/>
              <a:t>Feedback:  How to improve processes</a:t>
            </a:r>
          </a:p>
          <a:p>
            <a:pPr marL="617220" lvl="1" indent="-342900">
              <a:buAutoNum type="arabicPeriod"/>
            </a:pPr>
            <a:r>
              <a:rPr lang="en-GB" sz="2000"/>
              <a:t>Learning:  Continuous learning and innovation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picture containing text, gambling house, room, scene&#10;&#10;Description automatically generated">
            <a:extLst>
              <a:ext uri="{FF2B5EF4-FFF2-40B4-BE49-F238E27FC236}">
                <a16:creationId xmlns:a16="http://schemas.microsoft.com/office/drawing/2014/main" id="{23729C92-AFA6-749B-5D34-EEB2451B9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05862" y="1317241"/>
            <a:ext cx="6019331" cy="422027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1144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AF8A-AC25-0ABC-AF5B-F3C80F12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960030"/>
            <a:ext cx="4470832" cy="1507398"/>
          </a:xfrm>
        </p:spPr>
        <p:txBody>
          <a:bodyPr anchor="ctr">
            <a:normAutofit/>
          </a:bodyPr>
          <a:lstStyle/>
          <a:p>
            <a:r>
              <a:rPr lang="en-US" dirty="0"/>
              <a:t>First Way -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3D4F9-D099-A2AC-30F5-AD0F7D17A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407" y="2535238"/>
            <a:ext cx="5482862" cy="33627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700" dirty="0"/>
              <a:t>The first stage of putting DevOps processes into an organisation is Flow.</a:t>
            </a:r>
            <a:endParaRPr lang="en-US" sz="1700" dirty="0"/>
          </a:p>
          <a:p>
            <a:pPr>
              <a:lnSpc>
                <a:spcPct val="100000"/>
              </a:lnSpc>
            </a:pPr>
            <a:r>
              <a:rPr lang="en-GB" sz="1700" dirty="0"/>
              <a:t>As we saw previously, regular releases has significant advantages</a:t>
            </a:r>
            <a:endParaRPr lang="en-GB" sz="1700" dirty="0">
              <a:cs typeface="Calibri"/>
            </a:endParaRPr>
          </a:p>
          <a:p>
            <a:pPr lvl="1">
              <a:lnSpc>
                <a:spcPct val="100000"/>
              </a:lnSpc>
            </a:pPr>
            <a:r>
              <a:rPr lang="en-GB" sz="1700" dirty="0"/>
              <a:t>Less change in each release lowers the risk of each release</a:t>
            </a:r>
            <a:endParaRPr lang="en-GB" sz="1700" dirty="0">
              <a:cs typeface="Calibri"/>
            </a:endParaRPr>
          </a:p>
          <a:p>
            <a:pPr lvl="1">
              <a:lnSpc>
                <a:spcPct val="100000"/>
              </a:lnSpc>
            </a:pPr>
            <a:r>
              <a:rPr lang="en-GB" sz="1700" dirty="0"/>
              <a:t>Value is delivered to customers at the earliest possible opportunity.</a:t>
            </a:r>
            <a:endParaRPr lang="en-GB" sz="1700" dirty="0">
              <a:cs typeface="Calibri"/>
            </a:endParaRPr>
          </a:p>
          <a:p>
            <a:pPr lvl="1">
              <a:lnSpc>
                <a:spcPct val="100000"/>
              </a:lnSpc>
            </a:pPr>
            <a:r>
              <a:rPr lang="en-GB" sz="1700" dirty="0"/>
              <a:t>Regular repetition of the release process improves performance</a:t>
            </a:r>
            <a:endParaRPr lang="en-GB" sz="1700" dirty="0">
              <a:cs typeface="Calibri"/>
            </a:endParaRPr>
          </a:p>
          <a:p>
            <a:pPr>
              <a:lnSpc>
                <a:spcPct val="100000"/>
              </a:lnSpc>
            </a:pPr>
            <a:endParaRPr lang="en-GB" sz="170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8E49F5A-30E3-A4F3-E916-105E95CBD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669" y="3047176"/>
            <a:ext cx="4848551" cy="76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5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42BA-9A0F-C2C8-4CB2-B8475579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960030"/>
            <a:ext cx="5145313" cy="1507398"/>
          </a:xfrm>
        </p:spPr>
        <p:txBody>
          <a:bodyPr anchor="ctr">
            <a:normAutofit/>
          </a:bodyPr>
          <a:lstStyle/>
          <a:p>
            <a:r>
              <a:rPr lang="en-US" dirty="0"/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20C02-9D33-14D7-B6BE-A6DD92464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1" y="2844800"/>
            <a:ext cx="5143500" cy="30531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700">
                <a:ea typeface="+mn-lt"/>
                <a:cs typeface="+mn-lt"/>
              </a:rPr>
              <a:t>The challenge of regular releases is:</a:t>
            </a:r>
            <a:endParaRPr lang="en-US" sz="170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GB" sz="1700">
                <a:ea typeface="+mn-lt"/>
                <a:cs typeface="+mn-lt"/>
              </a:rPr>
              <a:t>Releases require regression testing, and manual testing takes a long time</a:t>
            </a:r>
            <a:endParaRPr lang="en-US" sz="170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GB" sz="1700">
                <a:ea typeface="+mn-lt"/>
                <a:cs typeface="+mn-lt"/>
              </a:rPr>
              <a:t>Manual release processes can be complex, introducing a lot of risk of human error</a:t>
            </a:r>
            <a:endParaRPr lang="en-US" sz="170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GB" sz="1700">
                <a:ea typeface="+mn-lt"/>
                <a:cs typeface="+mn-lt"/>
              </a:rPr>
              <a:t>Large systems may need releasing in multiple locations</a:t>
            </a:r>
            <a:endParaRPr lang="en-US" sz="170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GB" sz="1700">
                <a:ea typeface="+mn-lt"/>
                <a:cs typeface="+mn-lt"/>
              </a:rPr>
              <a:t>Any change introduces risk </a:t>
            </a:r>
            <a:endParaRPr lang="en-US" sz="170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GB" sz="1700">
                <a:ea typeface="+mn-lt"/>
                <a:cs typeface="+mn-lt"/>
              </a:rPr>
              <a:t>Need to be able to  'roll back' changes, which can be complex</a:t>
            </a:r>
            <a:endParaRPr lang="en-US" sz="17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70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74546DB-C6C7-5A91-C843-BE442C6C9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35333" y="2017427"/>
            <a:ext cx="3217333" cy="355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1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50B2-4F08-D66F-99F4-DAA4DC62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Flow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B9B7-0BB7-1B48-9288-B499C3C7CF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43" r="30504" b="-3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ECD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EAE29F-0C4F-E7A8-314B-333884064B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136691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261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D014C-94AD-716F-3611-9C1605ED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Flow – Development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DF378B9-B0C3-1FE7-538B-E0E676213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04258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89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8B8E2-E65A-C12A-08EC-1A9E5C42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Flow - Integration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A8A39949-A676-E96D-83AF-BE4E37BB3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9793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038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727AA-68D6-C7F5-1DEF-20B5827D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-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9CB5-11BB-7628-0995-02B3A903E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Key to producing high velocity delivery is the automation of testing.</a:t>
            </a:r>
          </a:p>
          <a:p>
            <a:r>
              <a:rPr lang="en-US" dirty="0"/>
              <a:t>A range of automated testing tools exist which can run scripts to test front and back end functionality, for instance Selenium.</a:t>
            </a:r>
          </a:p>
          <a:p>
            <a:r>
              <a:rPr lang="en-US" dirty="0"/>
              <a:t>These tools can be integrated into the DevOps pipeline.</a:t>
            </a:r>
          </a:p>
          <a:p>
            <a:r>
              <a:rPr lang="en-US" dirty="0"/>
              <a:t>As a result test runs can be scheduled as soon as the code has been integrated.</a:t>
            </a:r>
          </a:p>
        </p:txBody>
      </p:sp>
    </p:spTree>
    <p:extLst>
      <p:ext uri="{BB962C8B-B14F-4D97-AF65-F5344CB8AC3E}">
        <p14:creationId xmlns:p14="http://schemas.microsoft.com/office/powerpoint/2010/main" val="109150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518345" y="303591"/>
            <a:ext cx="4335327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D2ACE-D8BA-B27B-EA53-AF864D57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4377" y="637125"/>
            <a:ext cx="3802276" cy="5256371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Deployment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F21860-94B0-4D8E-CC2E-F8A382EF3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843099"/>
              </p:ext>
            </p:extLst>
          </p:nvPr>
        </p:nvGraphicFramePr>
        <p:xfrm>
          <a:off x="438912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251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B1EFD-B78E-BF31-42E2-2FA16C0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Pipeline Tools</a:t>
            </a:r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595AE-13B9-590C-2B93-6ED0C6F29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dirty="0">
                <a:ea typeface="+mn-lt"/>
                <a:cs typeface="+mn-lt"/>
              </a:rPr>
              <a:t>The classic DevOps pipeline uses a set of tools to achieve: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Continuous Integration (CI)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Continuous Deployment (CD)</a:t>
            </a:r>
          </a:p>
          <a:p>
            <a:pPr>
              <a:buFont typeface="Arial,Sans-Serif" panose="02020502050305020303" pitchFamily="18" charset="0"/>
              <a:buChar char="•"/>
            </a:pPr>
            <a:r>
              <a:rPr lang="en-US" sz="2000" dirty="0">
                <a:ea typeface="+mn-lt"/>
                <a:cs typeface="+mn-lt"/>
              </a:rPr>
              <a:t> CI/CD tools allow </a:t>
            </a:r>
            <a:r>
              <a:rPr lang="en-US" sz="2000" dirty="0" err="1">
                <a:ea typeface="+mn-lt"/>
                <a:cs typeface="+mn-lt"/>
              </a:rPr>
              <a:t>devops</a:t>
            </a:r>
            <a:r>
              <a:rPr lang="en-US" sz="2000" dirty="0">
                <a:ea typeface="+mn-lt"/>
                <a:cs typeface="+mn-lt"/>
              </a:rPr>
              <a:t> teams to script and schedule the whole build, test and deploy process.</a:t>
            </a:r>
          </a:p>
          <a:p>
            <a:pPr>
              <a:buFont typeface="Arial,Sans-Serif" panose="02020502050305020303" pitchFamily="18" charset="0"/>
              <a:buChar char="•"/>
            </a:pPr>
            <a:r>
              <a:rPr lang="en-US" sz="2000" dirty="0">
                <a:ea typeface="+mn-lt"/>
                <a:cs typeface="+mn-lt"/>
              </a:rPr>
              <a:t>There are a number of standalone pipeline tools, the most popular is called Jenkins.</a:t>
            </a:r>
          </a:p>
          <a:p>
            <a:pPr>
              <a:buFont typeface="Arial,Sans-Serif" panose="02020502050305020303" pitchFamily="18" charset="0"/>
              <a:buChar char="•"/>
            </a:pPr>
            <a:r>
              <a:rPr lang="en-US" sz="2000" dirty="0">
                <a:ea typeface="+mn-lt"/>
                <a:cs typeface="+mn-lt"/>
              </a:rPr>
              <a:t>However, tools which are integrated into Source Control tools are becoming increasingly popular –such as Gitlab.</a:t>
            </a:r>
          </a:p>
          <a:p>
            <a:endParaRPr lang="en-US" sz="2000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439A424-7F98-4555-2108-BC24F2AA0F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12" b="311"/>
          <a:stretch/>
        </p:blipFill>
        <p:spPr>
          <a:xfrm>
            <a:off x="5988424" y="2336265"/>
            <a:ext cx="5365375" cy="198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9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1ACE5-684A-F092-5B65-CE76F0D7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Pipeline – Source Control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28E02-DB66-1AE1-8E4F-CCA162B84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The first stage of the CI/CD pipeline is Source Control.</a:t>
            </a:r>
          </a:p>
          <a:p>
            <a:r>
              <a:rPr lang="en-US" dirty="0"/>
              <a:t>A Source Control System helps keeps track of:</a:t>
            </a:r>
          </a:p>
          <a:p>
            <a:pPr lvl="1"/>
            <a:r>
              <a:rPr lang="en-US" dirty="0"/>
              <a:t>All source code files</a:t>
            </a:r>
          </a:p>
          <a:p>
            <a:pPr lvl="1"/>
            <a:r>
              <a:rPr lang="en-US" dirty="0"/>
              <a:t>The version of each file</a:t>
            </a:r>
          </a:p>
          <a:p>
            <a:pPr lvl="1"/>
            <a:r>
              <a:rPr lang="en-US" dirty="0"/>
              <a:t>The changes between each version</a:t>
            </a:r>
          </a:p>
          <a:p>
            <a:pPr lvl="1"/>
            <a:r>
              <a:rPr lang="en-US" dirty="0"/>
              <a:t>The release the version of the file is intended for</a:t>
            </a:r>
          </a:p>
          <a:p>
            <a:pPr lvl="1"/>
            <a:r>
              <a:rPr lang="en-US" dirty="0"/>
              <a:t>Who has worked on each file</a:t>
            </a:r>
          </a:p>
        </p:txBody>
      </p:sp>
    </p:spTree>
    <p:extLst>
      <p:ext uri="{BB962C8B-B14F-4D97-AF65-F5344CB8AC3E}">
        <p14:creationId xmlns:p14="http://schemas.microsoft.com/office/powerpoint/2010/main" val="249458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F828-DDD2-21FB-1EE9-68F9F5C0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>
            <a:normAutofit/>
          </a:bodyPr>
          <a:lstStyle/>
          <a:p>
            <a:r>
              <a:rPr lang="en-US" sz="5400">
                <a:cs typeface="Calibri Light"/>
              </a:rPr>
              <a:t>The DevOps Pipeline</a:t>
            </a:r>
            <a:endParaRPr lang="en-US" sz="5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F254C9-E664-76BF-C1FB-1F77AFBBB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07" b="4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CBC520-DE2D-8465-192F-CD3D22D493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3813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Gitlab Pipeline</a:t>
            </a:r>
            <a:endParaRPr lang="en-IE" sz="540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805E5BC-49C8-8202-ECE2-D82C221440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77" r="45858" b="-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Gitlab provides a fully integrated pipeline.</a:t>
            </a:r>
            <a:endParaRPr lang="en-US" sz="2200">
              <a:cs typeface="Calibri"/>
            </a:endParaRPr>
          </a:p>
          <a:p>
            <a:r>
              <a:rPr lang="en-US" sz="2200">
                <a:cs typeface="Calibri"/>
              </a:rPr>
              <a:t>The pipeline is a 'script' which is executed when:</a:t>
            </a:r>
          </a:p>
          <a:p>
            <a:pPr lvl="1"/>
            <a:r>
              <a:rPr lang="en-US" sz="2200">
                <a:cs typeface="Calibri"/>
              </a:rPr>
              <a:t>Code is pushed into Gitlab</a:t>
            </a:r>
          </a:p>
          <a:p>
            <a:pPr lvl="1"/>
            <a:r>
              <a:rPr lang="en-US" sz="2200">
                <a:cs typeface="Calibri"/>
              </a:rPr>
              <a:t>Code is merged in Gitlab (using Merge Requests).</a:t>
            </a:r>
          </a:p>
        </p:txBody>
      </p:sp>
    </p:spTree>
    <p:extLst>
      <p:ext uri="{BB962C8B-B14F-4D97-AF65-F5344CB8AC3E}">
        <p14:creationId xmlns:p14="http://schemas.microsoft.com/office/powerpoint/2010/main" val="1853581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DB8D8-2A70-4BF1-0853-5806BFADB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Gitlab Pipeline - Stages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75BB-49C9-D3FE-2D62-B988128B2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cs typeface="Calibri" panose="020F0502020204030204"/>
              </a:rPr>
              <a:t>A pipeline is split into a number of </a:t>
            </a:r>
            <a:r>
              <a:rPr lang="en-US" sz="2000" b="1" dirty="0">
                <a:cs typeface="Calibri" panose="020F0502020204030204"/>
              </a:rPr>
              <a:t>stages</a:t>
            </a:r>
            <a:r>
              <a:rPr lang="en-US" sz="2000" dirty="0">
                <a:cs typeface="Calibri" panose="020F0502020204030204"/>
              </a:rPr>
              <a:t>.</a:t>
            </a:r>
          </a:p>
          <a:p>
            <a:r>
              <a:rPr lang="en-US" sz="2000" dirty="0">
                <a:cs typeface="Calibri" panose="020F0502020204030204"/>
              </a:rPr>
              <a:t>Typical Stages include:</a:t>
            </a:r>
          </a:p>
          <a:p>
            <a:pPr lvl="1"/>
            <a:r>
              <a:rPr lang="en-US" sz="2000" dirty="0">
                <a:cs typeface="Calibri" panose="020F0502020204030204"/>
              </a:rPr>
              <a:t>Building the application (if required).</a:t>
            </a:r>
          </a:p>
          <a:p>
            <a:pPr lvl="1"/>
            <a:r>
              <a:rPr lang="en-US" sz="2000" dirty="0">
                <a:cs typeface="Calibri" panose="020F0502020204030204"/>
              </a:rPr>
              <a:t>Automated testing:</a:t>
            </a:r>
          </a:p>
          <a:p>
            <a:pPr lvl="2"/>
            <a:r>
              <a:rPr lang="en-US" dirty="0">
                <a:cs typeface="Calibri" panose="020F0502020204030204"/>
              </a:rPr>
              <a:t>Unit Testing</a:t>
            </a:r>
          </a:p>
          <a:p>
            <a:pPr lvl="2"/>
            <a:r>
              <a:rPr lang="en-US" dirty="0">
                <a:cs typeface="Calibri" panose="020F0502020204030204"/>
              </a:rPr>
              <a:t>Interface/module testing</a:t>
            </a:r>
          </a:p>
          <a:p>
            <a:pPr lvl="2"/>
            <a:r>
              <a:rPr lang="en-US" dirty="0">
                <a:cs typeface="Calibri" panose="020F0502020204030204"/>
              </a:rPr>
              <a:t>System testing</a:t>
            </a:r>
          </a:p>
          <a:p>
            <a:pPr lvl="2"/>
            <a:r>
              <a:rPr lang="en-US" dirty="0">
                <a:cs typeface="Calibri" panose="020F0502020204030204"/>
              </a:rPr>
              <a:t>Integration testing</a:t>
            </a:r>
          </a:p>
          <a:p>
            <a:pPr lvl="1"/>
            <a:r>
              <a:rPr lang="en-US" sz="2000" dirty="0">
                <a:cs typeface="Calibri" panose="020F0502020204030204"/>
              </a:rPr>
              <a:t>Automated code quality review (e.g. Lint)</a:t>
            </a:r>
          </a:p>
          <a:p>
            <a:pPr lvl="1"/>
            <a:r>
              <a:rPr lang="en-US" sz="2000" dirty="0">
                <a:cs typeface="Calibri" panose="020F0502020204030204"/>
              </a:rPr>
              <a:t>Automated Deployment to production.</a:t>
            </a:r>
          </a:p>
          <a:p>
            <a:pPr lvl="1"/>
            <a:endParaRPr lang="en-US" sz="2000">
              <a:cs typeface="Calibri" panose="020F0502020204030204"/>
            </a:endParaRP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CD1E89A3-2B29-8F2B-2BF4-5C3EF9AB8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32" r="15726" b="2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708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540CF837-40E9-46D4-AC1B-0750F339B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C9736B9-3981-156F-AC7A-D91771FC5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06932" cy="6858000"/>
          </a:xfrm>
          <a:prstGeom prst="rect">
            <a:avLst/>
          </a:prstGeom>
          <a:ln>
            <a:noFill/>
          </a:ln>
          <a:effectLst>
            <a:outerShdw blurRad="317500" dist="76200" dir="1320000" sx="93000" sy="93000" algn="t" rotWithShape="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C39A5-AC06-8A0E-6933-C6D16FFE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1"/>
            <a:ext cx="3071664" cy="5282453"/>
          </a:xfrm>
        </p:spPr>
        <p:txBody>
          <a:bodyPr anchor="t">
            <a:normAutofit/>
          </a:bodyPr>
          <a:lstStyle/>
          <a:p>
            <a:r>
              <a:rPr lang="en-US" sz="4000">
                <a:cs typeface="Calibri Light"/>
              </a:rPr>
              <a:t>Build and Test Environment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F03FF29-5A93-DD71-3977-500AAE0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0" y="762002"/>
            <a:ext cx="6262598" cy="52824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cs typeface="Calibri"/>
              </a:rPr>
              <a:t>In order for Gitlab to build and test an application it needs an environment.</a:t>
            </a:r>
          </a:p>
          <a:p>
            <a:r>
              <a:rPr lang="en-US" sz="2000">
                <a:cs typeface="Calibri"/>
              </a:rPr>
              <a:t>Gitlab needs to be able to control the environment so it can run the pipeline steps.</a:t>
            </a:r>
          </a:p>
          <a:p>
            <a:r>
              <a:rPr lang="en-US" sz="2000">
                <a:cs typeface="Calibri"/>
              </a:rPr>
              <a:t>To do this three steps need to be performed:</a:t>
            </a:r>
          </a:p>
          <a:p>
            <a:pPr lvl="1"/>
            <a:r>
              <a:rPr lang="en-US" sz="2000">
                <a:cs typeface="Calibri"/>
              </a:rPr>
              <a:t>Create an environment for build and test (e.g. XOA VM)</a:t>
            </a:r>
          </a:p>
          <a:p>
            <a:pPr lvl="1"/>
            <a:r>
              <a:rPr lang="en-US" sz="2000">
                <a:cs typeface="Calibri"/>
              </a:rPr>
              <a:t>Install a Gitlab utility called 'Gitlab </a:t>
            </a:r>
            <a:r>
              <a:rPr lang="en-US" sz="2000" b="1">
                <a:cs typeface="Calibri"/>
              </a:rPr>
              <a:t>Runner'</a:t>
            </a:r>
            <a:r>
              <a:rPr lang="en-US" sz="2000">
                <a:cs typeface="Calibri"/>
              </a:rPr>
              <a:t>.</a:t>
            </a:r>
          </a:p>
          <a:p>
            <a:pPr lvl="1"/>
            <a:r>
              <a:rPr lang="en-US" sz="2000">
                <a:cs typeface="Calibri"/>
              </a:rPr>
              <a:t>Register the Runner with a Gitlab Project.</a:t>
            </a:r>
          </a:p>
          <a:p>
            <a:pPr lvl="1"/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47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844BD-C0E8-2702-05A1-A42DFBE8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Pipeline Process</a:t>
            </a:r>
            <a:endParaRPr lang="en-US" sz="54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D222-7B19-74A3-5B50-33B94B1EE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cs typeface="Calibri"/>
              </a:rPr>
              <a:t>Developer pushes commits or merge requests.</a:t>
            </a:r>
          </a:p>
          <a:p>
            <a:r>
              <a:rPr lang="en-US" sz="2000">
                <a:cs typeface="Calibri"/>
              </a:rPr>
              <a:t>If project has pipeline script:</a:t>
            </a:r>
          </a:p>
          <a:p>
            <a:pPr lvl="1"/>
            <a:r>
              <a:rPr lang="en-US" sz="2000">
                <a:cs typeface="Calibri"/>
              </a:rPr>
              <a:t>Code is cloned</a:t>
            </a:r>
          </a:p>
          <a:p>
            <a:pPr lvl="1"/>
            <a:r>
              <a:rPr lang="en-US" sz="2000">
                <a:cs typeface="Calibri"/>
              </a:rPr>
              <a:t>Pipeline script is executed by Runner</a:t>
            </a:r>
          </a:p>
          <a:p>
            <a:pPr lvl="1"/>
            <a:r>
              <a:rPr lang="en-US" sz="2000">
                <a:cs typeface="Calibri"/>
              </a:rPr>
              <a:t>Results are gathered in Gitlab</a:t>
            </a:r>
          </a:p>
        </p:txBody>
      </p:sp>
      <p:pic>
        <p:nvPicPr>
          <p:cNvPr id="8" name="Picture 7" descr="A diagram of a project&#10;&#10;Description automatically generated">
            <a:extLst>
              <a:ext uri="{FF2B5EF4-FFF2-40B4-BE49-F238E27FC236}">
                <a16:creationId xmlns:a16="http://schemas.microsoft.com/office/drawing/2014/main" id="{5EBFC3BC-8E59-C3DA-0745-C214C9D02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538" y="640080"/>
            <a:ext cx="626723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87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92D85-35A9-547E-5BFC-1063DDEA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Pipeline Environment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118F-F75A-C2D0-4289-FE3C07FC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cs typeface="Calibri"/>
              </a:rPr>
              <a:t>The simplest way to execute the pipeline is to clone and perform the steps on the host runner environment (</a:t>
            </a:r>
            <a:r>
              <a:rPr lang="en-US" dirty="0" err="1">
                <a:cs typeface="Calibri"/>
              </a:rPr>
              <a:t>e.g</a:t>
            </a:r>
            <a:r>
              <a:rPr lang="en-US" dirty="0">
                <a:cs typeface="Calibri"/>
              </a:rPr>
              <a:t> XOA).</a:t>
            </a:r>
          </a:p>
          <a:p>
            <a:r>
              <a:rPr lang="en-US" dirty="0">
                <a:cs typeface="Calibri"/>
              </a:rPr>
              <a:t>However, in more complex or larger projects we may wish to run several pipeline steps at the same time.</a:t>
            </a:r>
          </a:p>
          <a:p>
            <a:r>
              <a:rPr lang="en-US" dirty="0">
                <a:cs typeface="Calibri"/>
              </a:rPr>
              <a:t>We will also need to be sure the environment has the correct libraries and patch versions.</a:t>
            </a:r>
          </a:p>
          <a:p>
            <a:r>
              <a:rPr lang="en-US" dirty="0">
                <a:cs typeface="Calibri"/>
              </a:rPr>
              <a:t>For this reason it is common to execute the Gitlab runner inside a </a:t>
            </a:r>
            <a:r>
              <a:rPr lang="en-US" b="1" dirty="0">
                <a:cs typeface="Calibri"/>
              </a:rPr>
              <a:t>Docker </a:t>
            </a:r>
            <a:r>
              <a:rPr lang="en-US" dirty="0">
                <a:cs typeface="Calibri"/>
              </a:rPr>
              <a:t>container.</a:t>
            </a:r>
          </a:p>
        </p:txBody>
      </p:sp>
    </p:spTree>
    <p:extLst>
      <p:ext uri="{BB962C8B-B14F-4D97-AF65-F5344CB8AC3E}">
        <p14:creationId xmlns:p14="http://schemas.microsoft.com/office/powerpoint/2010/main" val="377936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815</Words>
  <Application>Microsoft Office PowerPoint</Application>
  <PresentationFormat>Widescreen</PresentationFormat>
  <Paragraphs>77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1_office theme</vt:lpstr>
      <vt:lpstr>DevOps</vt:lpstr>
      <vt:lpstr>What is DevOps</vt:lpstr>
      <vt:lpstr>Stages of Adopting DevOps</vt:lpstr>
      <vt:lpstr>First Way - Flow</vt:lpstr>
      <vt:lpstr>Flow</vt:lpstr>
      <vt:lpstr>Flow</vt:lpstr>
      <vt:lpstr>Flow – Development</vt:lpstr>
      <vt:lpstr>Flow - Integration</vt:lpstr>
      <vt:lpstr>Flow - Testing</vt:lpstr>
      <vt:lpstr>Deployment</vt:lpstr>
      <vt:lpstr>Pipeline Tools </vt:lpstr>
      <vt:lpstr>Pipeline – Source Control</vt:lpstr>
      <vt:lpstr>The DevOps Pipeline</vt:lpstr>
      <vt:lpstr>Gitlab Pipeline</vt:lpstr>
      <vt:lpstr>Gitlab Pipeline - Stages</vt:lpstr>
      <vt:lpstr>Build and Test Environment</vt:lpstr>
      <vt:lpstr>Pipeline Process</vt:lpstr>
      <vt:lpstr>Pipeline Environment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Andrew Shaw</cp:lastModifiedBy>
  <cp:revision>704</cp:revision>
  <dcterms:created xsi:type="dcterms:W3CDTF">2022-10-18T10:23:31Z</dcterms:created>
  <dcterms:modified xsi:type="dcterms:W3CDTF">2023-11-06T10:57:31Z</dcterms:modified>
</cp:coreProperties>
</file>