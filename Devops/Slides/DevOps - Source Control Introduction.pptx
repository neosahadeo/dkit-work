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24" r:id="rId2"/>
  </p:sldMasterIdLst>
  <p:sldIdLst>
    <p:sldId id="256" r:id="rId3"/>
    <p:sldId id="258" r:id="rId4"/>
    <p:sldId id="262" r:id="rId5"/>
    <p:sldId id="259" r:id="rId6"/>
    <p:sldId id="264" r:id="rId7"/>
    <p:sldId id="257" r:id="rId8"/>
    <p:sldId id="261" r:id="rId9"/>
    <p:sldId id="263" r:id="rId10"/>
    <p:sldId id="265" r:id="rId11"/>
    <p:sldId id="267" r:id="rId12"/>
    <p:sldId id="269" r:id="rId13"/>
    <p:sldId id="268" r:id="rId14"/>
    <p:sldId id="270" r:id="rId15"/>
    <p:sldId id="271" r:id="rId16"/>
    <p:sldId id="272" r:id="rId17"/>
    <p:sldId id="276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0B7F9-2A4D-E0C1-04CD-1DE2346CD609}" v="1297" dt="2022-10-18T18:45:51.612"/>
    <p1510:client id="{473DEF35-2B4B-44EC-BE60-7781259A972A}" v="288" dt="2022-10-18T15:10:19.544"/>
    <p1510:client id="{680B222E-D503-BBCD-EBC1-E3F1E898E64A}" v="1680" dt="2023-09-25T08:24:03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73DEF35-2B4B-44EC-BE60-7781259A972A}"/>
    <pc:docChg chg="modSld">
      <pc:chgData name="" userId="" providerId="" clId="Web-{473DEF35-2B4B-44EC-BE60-7781259A972A}" dt="2022-10-18T14:54:47.628" v="2" actId="20577"/>
      <pc:docMkLst>
        <pc:docMk/>
      </pc:docMkLst>
      <pc:sldChg chg="modSp">
        <pc:chgData name="" userId="" providerId="" clId="Web-{473DEF35-2B4B-44EC-BE60-7781259A972A}" dt="2022-10-18T14:54:47.628" v="2" actId="20577"/>
        <pc:sldMkLst>
          <pc:docMk/>
          <pc:sldMk cId="109857222" sldId="256"/>
        </pc:sldMkLst>
        <pc:spChg chg="mod">
          <ac:chgData name="" userId="" providerId="" clId="Web-{473DEF35-2B4B-44EC-BE60-7781259A972A}" dt="2022-10-18T14:54:47.628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Shaw" userId="S::shawa@dkit.ie::28537ef5-08dc-41d9-a824-760ea520345f" providerId="AD" clId="Web-{680B222E-D503-BBCD-EBC1-E3F1E898E64A}"/>
    <pc:docChg chg="addSld modSld">
      <pc:chgData name="Andrew Shaw" userId="S::shawa@dkit.ie::28537ef5-08dc-41d9-a824-760ea520345f" providerId="AD" clId="Web-{680B222E-D503-BBCD-EBC1-E3F1E898E64A}" dt="2023-09-25T08:24:03.105" v="1664" actId="20577"/>
      <pc:docMkLst>
        <pc:docMk/>
      </pc:docMkLst>
      <pc:sldChg chg="modSp new">
        <pc:chgData name="Andrew Shaw" userId="S::shawa@dkit.ie::28537ef5-08dc-41d9-a824-760ea520345f" providerId="AD" clId="Web-{680B222E-D503-BBCD-EBC1-E3F1E898E64A}" dt="2023-09-25T07:50:22.427" v="221" actId="20577"/>
        <pc:sldMkLst>
          <pc:docMk/>
          <pc:sldMk cId="4262492397" sldId="271"/>
        </pc:sldMkLst>
        <pc:spChg chg="mod">
          <ac:chgData name="Andrew Shaw" userId="S::shawa@dkit.ie::28537ef5-08dc-41d9-a824-760ea520345f" providerId="AD" clId="Web-{680B222E-D503-BBCD-EBC1-E3F1E898E64A}" dt="2023-09-25T07:50:22.427" v="221" actId="20577"/>
          <ac:spMkLst>
            <pc:docMk/>
            <pc:sldMk cId="4262492397" sldId="271"/>
            <ac:spMk id="2" creationId="{DDDDE64D-EE02-FAE2-96C6-D850B1391869}"/>
          </ac:spMkLst>
        </pc:spChg>
        <pc:spChg chg="mod">
          <ac:chgData name="Andrew Shaw" userId="S::shawa@dkit.ie::28537ef5-08dc-41d9-a824-760ea520345f" providerId="AD" clId="Web-{680B222E-D503-BBCD-EBC1-E3F1E898E64A}" dt="2023-09-25T07:49:57.457" v="202" actId="20577"/>
          <ac:spMkLst>
            <pc:docMk/>
            <pc:sldMk cId="4262492397" sldId="271"/>
            <ac:spMk id="3" creationId="{1A8A24C2-ED6B-2409-18B7-3B23A95D06D8}"/>
          </ac:spMkLst>
        </pc:spChg>
      </pc:sldChg>
      <pc:sldChg chg="modSp new">
        <pc:chgData name="Andrew Shaw" userId="S::shawa@dkit.ie::28537ef5-08dc-41d9-a824-760ea520345f" providerId="AD" clId="Web-{680B222E-D503-BBCD-EBC1-E3F1E898E64A}" dt="2023-09-25T07:59:27.289" v="709" actId="20577"/>
        <pc:sldMkLst>
          <pc:docMk/>
          <pc:sldMk cId="3194119066" sldId="272"/>
        </pc:sldMkLst>
        <pc:spChg chg="mod">
          <ac:chgData name="Andrew Shaw" userId="S::shawa@dkit.ie::28537ef5-08dc-41d9-a824-760ea520345f" providerId="AD" clId="Web-{680B222E-D503-BBCD-EBC1-E3F1E898E64A}" dt="2023-09-25T07:50:42.146" v="230" actId="20577"/>
          <ac:spMkLst>
            <pc:docMk/>
            <pc:sldMk cId="3194119066" sldId="272"/>
            <ac:spMk id="2" creationId="{913CF12F-E1B7-4448-80CD-5BCF50E7BF5C}"/>
          </ac:spMkLst>
        </pc:spChg>
        <pc:spChg chg="mod">
          <ac:chgData name="Andrew Shaw" userId="S::shawa@dkit.ie::28537ef5-08dc-41d9-a824-760ea520345f" providerId="AD" clId="Web-{680B222E-D503-BBCD-EBC1-E3F1E898E64A}" dt="2023-09-25T07:59:27.289" v="709" actId="20577"/>
          <ac:spMkLst>
            <pc:docMk/>
            <pc:sldMk cId="3194119066" sldId="272"/>
            <ac:spMk id="3" creationId="{700D2773-74B0-A67F-EC30-61D20DF289DF}"/>
          </ac:spMkLst>
        </pc:spChg>
      </pc:sldChg>
      <pc:sldChg chg="modSp new">
        <pc:chgData name="Andrew Shaw" userId="S::shawa@dkit.ie::28537ef5-08dc-41d9-a824-760ea520345f" providerId="AD" clId="Web-{680B222E-D503-BBCD-EBC1-E3F1E898E64A}" dt="2023-09-25T08:05:48.396" v="1063" actId="20577"/>
        <pc:sldMkLst>
          <pc:docMk/>
          <pc:sldMk cId="1817449884" sldId="273"/>
        </pc:sldMkLst>
        <pc:spChg chg="mod">
          <ac:chgData name="Andrew Shaw" userId="S::shawa@dkit.ie::28537ef5-08dc-41d9-a824-760ea520345f" providerId="AD" clId="Web-{680B222E-D503-BBCD-EBC1-E3F1E898E64A}" dt="2023-09-25T07:55:17.781" v="536" actId="20577"/>
          <ac:spMkLst>
            <pc:docMk/>
            <pc:sldMk cId="1817449884" sldId="273"/>
            <ac:spMk id="2" creationId="{954480CE-7167-0138-3B89-30E814117464}"/>
          </ac:spMkLst>
        </pc:spChg>
        <pc:spChg chg="mod">
          <ac:chgData name="Andrew Shaw" userId="S::shawa@dkit.ie::28537ef5-08dc-41d9-a824-760ea520345f" providerId="AD" clId="Web-{680B222E-D503-BBCD-EBC1-E3F1E898E64A}" dt="2023-09-25T08:05:48.396" v="1063" actId="20577"/>
          <ac:spMkLst>
            <pc:docMk/>
            <pc:sldMk cId="1817449884" sldId="273"/>
            <ac:spMk id="3" creationId="{5451A755-BD68-4F7D-82B1-6FE7C80CAE59}"/>
          </ac:spMkLst>
        </pc:spChg>
      </pc:sldChg>
      <pc:sldChg chg="modSp new">
        <pc:chgData name="Andrew Shaw" userId="S::shawa@dkit.ie::28537ef5-08dc-41d9-a824-760ea520345f" providerId="AD" clId="Web-{680B222E-D503-BBCD-EBC1-E3F1E898E64A}" dt="2023-09-25T08:07:05.758" v="1103" actId="20577"/>
        <pc:sldMkLst>
          <pc:docMk/>
          <pc:sldMk cId="2349185796" sldId="274"/>
        </pc:sldMkLst>
        <pc:spChg chg="mod">
          <ac:chgData name="Andrew Shaw" userId="S::shawa@dkit.ie::28537ef5-08dc-41d9-a824-760ea520345f" providerId="AD" clId="Web-{680B222E-D503-BBCD-EBC1-E3F1E898E64A}" dt="2023-09-25T08:01:33.372" v="852" actId="20577"/>
          <ac:spMkLst>
            <pc:docMk/>
            <pc:sldMk cId="2349185796" sldId="274"/>
            <ac:spMk id="2" creationId="{09F6D07A-23D2-4806-0BCB-C08124815EA8}"/>
          </ac:spMkLst>
        </pc:spChg>
        <pc:spChg chg="mod">
          <ac:chgData name="Andrew Shaw" userId="S::shawa@dkit.ie::28537ef5-08dc-41d9-a824-760ea520345f" providerId="AD" clId="Web-{680B222E-D503-BBCD-EBC1-E3F1E898E64A}" dt="2023-09-25T08:07:05.758" v="1103" actId="20577"/>
          <ac:spMkLst>
            <pc:docMk/>
            <pc:sldMk cId="2349185796" sldId="274"/>
            <ac:spMk id="3" creationId="{1A4167F6-74A5-17C2-4599-824AC034C926}"/>
          </ac:spMkLst>
        </pc:spChg>
      </pc:sldChg>
      <pc:sldChg chg="modSp new">
        <pc:chgData name="Andrew Shaw" userId="S::shawa@dkit.ie::28537ef5-08dc-41d9-a824-760ea520345f" providerId="AD" clId="Web-{680B222E-D503-BBCD-EBC1-E3F1E898E64A}" dt="2023-09-25T08:10:59.203" v="1364" actId="20577"/>
        <pc:sldMkLst>
          <pc:docMk/>
          <pc:sldMk cId="1688974519" sldId="275"/>
        </pc:sldMkLst>
        <pc:spChg chg="mod">
          <ac:chgData name="Andrew Shaw" userId="S::shawa@dkit.ie::28537ef5-08dc-41d9-a824-760ea520345f" providerId="AD" clId="Web-{680B222E-D503-BBCD-EBC1-E3F1E898E64A}" dt="2023-09-25T08:07:19.524" v="1119" actId="20577"/>
          <ac:spMkLst>
            <pc:docMk/>
            <pc:sldMk cId="1688974519" sldId="275"/>
            <ac:spMk id="2" creationId="{9DBF868F-ED00-3954-ED13-051D32814A60}"/>
          </ac:spMkLst>
        </pc:spChg>
        <pc:spChg chg="mod">
          <ac:chgData name="Andrew Shaw" userId="S::shawa@dkit.ie::28537ef5-08dc-41d9-a824-760ea520345f" providerId="AD" clId="Web-{680B222E-D503-BBCD-EBC1-E3F1E898E64A}" dt="2023-09-25T08:10:59.203" v="1364" actId="20577"/>
          <ac:spMkLst>
            <pc:docMk/>
            <pc:sldMk cId="1688974519" sldId="275"/>
            <ac:spMk id="3" creationId="{59D0F58B-35C5-5C51-5062-2AA9AE65174D}"/>
          </ac:spMkLst>
        </pc:spChg>
      </pc:sldChg>
      <pc:sldChg chg="addSp modSp new mod setBg">
        <pc:chgData name="Andrew Shaw" userId="S::shawa@dkit.ie::28537ef5-08dc-41d9-a824-760ea520345f" providerId="AD" clId="Web-{680B222E-D503-BBCD-EBC1-E3F1E898E64A}" dt="2023-09-25T08:17:49.733" v="1541" actId="1076"/>
        <pc:sldMkLst>
          <pc:docMk/>
          <pc:sldMk cId="1237909337" sldId="276"/>
        </pc:sldMkLst>
        <pc:spChg chg="mod">
          <ac:chgData name="Andrew Shaw" userId="S::shawa@dkit.ie::28537ef5-08dc-41d9-a824-760ea520345f" providerId="AD" clId="Web-{680B222E-D503-BBCD-EBC1-E3F1E898E64A}" dt="2023-09-25T08:15:32.197" v="1386" actId="20577"/>
          <ac:spMkLst>
            <pc:docMk/>
            <pc:sldMk cId="1237909337" sldId="276"/>
            <ac:spMk id="2" creationId="{C2BD37B2-B7C6-2E31-0C05-61F086AA522F}"/>
          </ac:spMkLst>
        </pc:spChg>
        <pc:spChg chg="mod">
          <ac:chgData name="Andrew Shaw" userId="S::shawa@dkit.ie::28537ef5-08dc-41d9-a824-760ea520345f" providerId="AD" clId="Web-{680B222E-D503-BBCD-EBC1-E3F1E898E64A}" dt="2023-09-25T08:17:38.795" v="1538" actId="20577"/>
          <ac:spMkLst>
            <pc:docMk/>
            <pc:sldMk cId="1237909337" sldId="276"/>
            <ac:spMk id="3" creationId="{0281C8F3-6D4E-C4C9-F33C-C40DEB8BE040}"/>
          </ac:spMkLst>
        </pc:spChg>
        <pc:grpChg chg="add">
          <ac:chgData name="Andrew Shaw" userId="S::shawa@dkit.ie::28537ef5-08dc-41d9-a824-760ea520345f" providerId="AD" clId="Web-{680B222E-D503-BBCD-EBC1-E3F1E898E64A}" dt="2023-09-25T08:13:13.786" v="1369"/>
          <ac:grpSpMkLst>
            <pc:docMk/>
            <pc:sldMk cId="1237909337" sldId="276"/>
            <ac:grpSpMk id="9" creationId="{6258F736-B256-8039-9DC6-F4E49A5C5AD5}"/>
          </ac:grpSpMkLst>
        </pc:grpChg>
        <pc:picChg chg="add mod">
          <ac:chgData name="Andrew Shaw" userId="S::shawa@dkit.ie::28537ef5-08dc-41d9-a824-760ea520345f" providerId="AD" clId="Web-{680B222E-D503-BBCD-EBC1-E3F1E898E64A}" dt="2023-09-25T08:17:41.873" v="1539" actId="1076"/>
          <ac:picMkLst>
            <pc:docMk/>
            <pc:sldMk cId="1237909337" sldId="276"/>
            <ac:picMk id="4" creationId="{9D7C0A43-EF55-3ECA-CAF9-ECC124FBDB6F}"/>
          </ac:picMkLst>
        </pc:picChg>
        <pc:picChg chg="add mod">
          <ac:chgData name="Andrew Shaw" userId="S::shawa@dkit.ie::28537ef5-08dc-41d9-a824-760ea520345f" providerId="AD" clId="Web-{680B222E-D503-BBCD-EBC1-E3F1E898E64A}" dt="2023-09-25T08:17:49.733" v="1541" actId="1076"/>
          <ac:picMkLst>
            <pc:docMk/>
            <pc:sldMk cId="1237909337" sldId="276"/>
            <ac:picMk id="5" creationId="{6650AFDD-9E1A-FBDF-F5E6-331043FAD53A}"/>
          </ac:picMkLst>
        </pc:picChg>
      </pc:sldChg>
      <pc:sldChg chg="modSp new">
        <pc:chgData name="Andrew Shaw" userId="S::shawa@dkit.ie::28537ef5-08dc-41d9-a824-760ea520345f" providerId="AD" clId="Web-{680B222E-D503-BBCD-EBC1-E3F1E898E64A}" dt="2023-09-25T08:24:03.105" v="1664" actId="20577"/>
        <pc:sldMkLst>
          <pc:docMk/>
          <pc:sldMk cId="1629082424" sldId="277"/>
        </pc:sldMkLst>
        <pc:spChg chg="mod">
          <ac:chgData name="Andrew Shaw" userId="S::shawa@dkit.ie::28537ef5-08dc-41d9-a824-760ea520345f" providerId="AD" clId="Web-{680B222E-D503-BBCD-EBC1-E3F1E898E64A}" dt="2023-09-25T08:22:47.805" v="1564" actId="20577"/>
          <ac:spMkLst>
            <pc:docMk/>
            <pc:sldMk cId="1629082424" sldId="277"/>
            <ac:spMk id="2" creationId="{BDCC3DA2-2E23-8725-39DB-3DC6DDDFD3E3}"/>
          </ac:spMkLst>
        </pc:spChg>
        <pc:spChg chg="mod">
          <ac:chgData name="Andrew Shaw" userId="S::shawa@dkit.ie::28537ef5-08dc-41d9-a824-760ea520345f" providerId="AD" clId="Web-{680B222E-D503-BBCD-EBC1-E3F1E898E64A}" dt="2023-09-25T08:24:03.105" v="1664" actId="20577"/>
          <ac:spMkLst>
            <pc:docMk/>
            <pc:sldMk cId="1629082424" sldId="277"/>
            <ac:spMk id="3" creationId="{8F9E51A3-38CB-18C3-F054-CAF4FF395A5C}"/>
          </ac:spMkLst>
        </pc:spChg>
      </pc:sldChg>
    </pc:docChg>
  </pc:docChgLst>
  <pc:docChgLst>
    <pc:chgData name="Andrew Shaw" userId="S::shawa@dkit.ie::28537ef5-08dc-41d9-a824-760ea520345f" providerId="AD" clId="Web-{1080B7F9-2A4D-E0C1-04CD-1DE2346CD609}"/>
    <pc:docChg chg="addSld delSld modSld">
      <pc:chgData name="Andrew Shaw" userId="S::shawa@dkit.ie::28537ef5-08dc-41d9-a824-760ea520345f" providerId="AD" clId="Web-{1080B7F9-2A4D-E0C1-04CD-1DE2346CD609}" dt="2022-10-18T18:45:54.347" v="1755"/>
      <pc:docMkLst>
        <pc:docMk/>
      </pc:docMkLst>
      <pc:sldChg chg="modSp">
        <pc:chgData name="Andrew Shaw" userId="S::shawa@dkit.ie::28537ef5-08dc-41d9-a824-760ea520345f" providerId="AD" clId="Web-{1080B7F9-2A4D-E0C1-04CD-1DE2346CD609}" dt="2022-10-18T17:20:50.543" v="596" actId="20577"/>
        <pc:sldMkLst>
          <pc:docMk/>
          <pc:sldMk cId="4238068599" sldId="257"/>
        </pc:sldMkLst>
        <pc:spChg chg="mod">
          <ac:chgData name="Andrew Shaw" userId="S::shawa@dkit.ie::28537ef5-08dc-41d9-a824-760ea520345f" providerId="AD" clId="Web-{1080B7F9-2A4D-E0C1-04CD-1DE2346CD609}" dt="2022-10-18T17:11:07.239" v="116" actId="20577"/>
          <ac:spMkLst>
            <pc:docMk/>
            <pc:sldMk cId="4238068599" sldId="257"/>
            <ac:spMk id="2" creationId="{3C7B31DD-2328-7AA3-FFE2-41B86E7BDF02}"/>
          </ac:spMkLst>
        </pc:spChg>
        <pc:graphicFrameChg chg="modGraphic">
          <ac:chgData name="Andrew Shaw" userId="S::shawa@dkit.ie::28537ef5-08dc-41d9-a824-760ea520345f" providerId="AD" clId="Web-{1080B7F9-2A4D-E0C1-04CD-1DE2346CD609}" dt="2022-10-18T17:20:50.543" v="596" actId="20577"/>
          <ac:graphicFrameMkLst>
            <pc:docMk/>
            <pc:sldMk cId="4238068599" sldId="257"/>
            <ac:graphicFrameMk id="5" creationId="{02F6E86C-2B12-7707-1C11-0127BFB68C88}"/>
          </ac:graphicFrameMkLst>
        </pc:graphicFrameChg>
      </pc:sldChg>
      <pc:sldChg chg="modSp">
        <pc:chgData name="Andrew Shaw" userId="S::shawa@dkit.ie::28537ef5-08dc-41d9-a824-760ea520345f" providerId="AD" clId="Web-{1080B7F9-2A4D-E0C1-04CD-1DE2346CD609}" dt="2022-10-18T17:09:17.344" v="42" actId="20577"/>
        <pc:sldMkLst>
          <pc:docMk/>
          <pc:sldMk cId="3352753915" sldId="259"/>
        </pc:sldMkLst>
        <pc:spChg chg="mod">
          <ac:chgData name="Andrew Shaw" userId="S::shawa@dkit.ie::28537ef5-08dc-41d9-a824-760ea520345f" providerId="AD" clId="Web-{1080B7F9-2A4D-E0C1-04CD-1DE2346CD609}" dt="2022-10-18T17:09:17.344" v="42" actId="20577"/>
          <ac:spMkLst>
            <pc:docMk/>
            <pc:sldMk cId="3352753915" sldId="259"/>
            <ac:spMk id="3" creationId="{3323DFEA-A7F3-2941-DB78-D67DB1012E92}"/>
          </ac:spMkLst>
        </pc:spChg>
      </pc:sldChg>
      <pc:sldChg chg="addSp modSp new del mod setBg">
        <pc:chgData name="Andrew Shaw" userId="S::shawa@dkit.ie::28537ef5-08dc-41d9-a824-760ea520345f" providerId="AD" clId="Web-{1080B7F9-2A4D-E0C1-04CD-1DE2346CD609}" dt="2022-10-18T17:21:18.154" v="603"/>
        <pc:sldMkLst>
          <pc:docMk/>
          <pc:sldMk cId="239760488" sldId="260"/>
        </pc:sldMkLst>
        <pc:spChg chg="mod">
          <ac:chgData name="Andrew Shaw" userId="S::shawa@dkit.ie::28537ef5-08dc-41d9-a824-760ea520345f" providerId="AD" clId="Web-{1080B7F9-2A4D-E0C1-04CD-1DE2346CD609}" dt="2022-10-18T17:14:14.559" v="178"/>
          <ac:spMkLst>
            <pc:docMk/>
            <pc:sldMk cId="239760488" sldId="260"/>
            <ac:spMk id="2" creationId="{55E9BBE6-4A9F-3B88-0C15-F400FD0B7523}"/>
          </ac:spMkLst>
        </pc:spChg>
        <pc:spChg chg="mod">
          <ac:chgData name="Andrew Shaw" userId="S::shawa@dkit.ie::28537ef5-08dc-41d9-a824-760ea520345f" providerId="AD" clId="Web-{1080B7F9-2A4D-E0C1-04CD-1DE2346CD609}" dt="2022-10-18T17:14:14.559" v="178"/>
          <ac:spMkLst>
            <pc:docMk/>
            <pc:sldMk cId="239760488" sldId="260"/>
            <ac:spMk id="3" creationId="{C86E23B1-4315-128D-06B7-3C3C83BC045A}"/>
          </ac:spMkLst>
        </pc:spChg>
        <pc:spChg chg="add">
          <ac:chgData name="Andrew Shaw" userId="S::shawa@dkit.ie::28537ef5-08dc-41d9-a824-760ea520345f" providerId="AD" clId="Web-{1080B7F9-2A4D-E0C1-04CD-1DE2346CD609}" dt="2022-10-18T17:14:14.559" v="178"/>
          <ac:spMkLst>
            <pc:docMk/>
            <pc:sldMk cId="239760488" sldId="260"/>
            <ac:spMk id="10" creationId="{59A309A7-1751-4ABE-A3C1-EEC40366AD89}"/>
          </ac:spMkLst>
        </pc:spChg>
        <pc:spChg chg="add">
          <ac:chgData name="Andrew Shaw" userId="S::shawa@dkit.ie::28537ef5-08dc-41d9-a824-760ea520345f" providerId="AD" clId="Web-{1080B7F9-2A4D-E0C1-04CD-1DE2346CD609}" dt="2022-10-18T17:14:14.559" v="178"/>
          <ac:spMkLst>
            <pc:docMk/>
            <pc:sldMk cId="239760488" sldId="260"/>
            <ac:spMk id="12" creationId="{967D8EB6-EAE1-4F9C-B398-83321E287204}"/>
          </ac:spMkLst>
        </pc:spChg>
        <pc:picChg chg="add">
          <ac:chgData name="Andrew Shaw" userId="S::shawa@dkit.ie::28537ef5-08dc-41d9-a824-760ea520345f" providerId="AD" clId="Web-{1080B7F9-2A4D-E0C1-04CD-1DE2346CD609}" dt="2022-10-18T17:14:14.559" v="178"/>
          <ac:picMkLst>
            <pc:docMk/>
            <pc:sldMk cId="239760488" sldId="260"/>
            <ac:picMk id="7" creationId="{A813775D-5363-947A-0B7F-C0059419F096}"/>
          </ac:picMkLst>
        </pc:picChg>
      </pc:sldChg>
      <pc:sldChg chg="modSp add replId">
        <pc:chgData name="Andrew Shaw" userId="S::shawa@dkit.ie::28537ef5-08dc-41d9-a824-760ea520345f" providerId="AD" clId="Web-{1080B7F9-2A4D-E0C1-04CD-1DE2346CD609}" dt="2022-10-18T18:07:10.245" v="906" actId="20577"/>
        <pc:sldMkLst>
          <pc:docMk/>
          <pc:sldMk cId="4120444904" sldId="261"/>
        </pc:sldMkLst>
        <pc:spChg chg="mod">
          <ac:chgData name="Andrew Shaw" userId="S::shawa@dkit.ie::28537ef5-08dc-41d9-a824-760ea520345f" providerId="AD" clId="Web-{1080B7F9-2A4D-E0C1-04CD-1DE2346CD609}" dt="2022-10-18T17:15:02.514" v="195" actId="20577"/>
          <ac:spMkLst>
            <pc:docMk/>
            <pc:sldMk cId="4120444904" sldId="261"/>
            <ac:spMk id="2" creationId="{3C7B31DD-2328-7AA3-FFE2-41B86E7BDF02}"/>
          </ac:spMkLst>
        </pc:spChg>
        <pc:graphicFrameChg chg="modGraphic">
          <ac:chgData name="Andrew Shaw" userId="S::shawa@dkit.ie::28537ef5-08dc-41d9-a824-760ea520345f" providerId="AD" clId="Web-{1080B7F9-2A4D-E0C1-04CD-1DE2346CD609}" dt="2022-10-18T18:07:10.245" v="906" actId="20577"/>
          <ac:graphicFrameMkLst>
            <pc:docMk/>
            <pc:sldMk cId="4120444904" sldId="261"/>
            <ac:graphicFrameMk id="5" creationId="{02F6E86C-2B12-7707-1C11-0127BFB68C88}"/>
          </ac:graphicFrameMkLst>
        </pc:graphicFrameChg>
      </pc:sldChg>
      <pc:sldChg chg="modSp add replId">
        <pc:chgData name="Andrew Shaw" userId="S::shawa@dkit.ie::28537ef5-08dc-41d9-a824-760ea520345f" providerId="AD" clId="Web-{1080B7F9-2A4D-E0C1-04CD-1DE2346CD609}" dt="2022-10-18T17:20:22.980" v="593" actId="20577"/>
        <pc:sldMkLst>
          <pc:docMk/>
          <pc:sldMk cId="4125211752" sldId="262"/>
        </pc:sldMkLst>
        <pc:graphicFrameChg chg="modGraphic">
          <ac:chgData name="Andrew Shaw" userId="S::shawa@dkit.ie::28537ef5-08dc-41d9-a824-760ea520345f" providerId="AD" clId="Web-{1080B7F9-2A4D-E0C1-04CD-1DE2346CD609}" dt="2022-10-18T17:20:22.980" v="593" actId="20577"/>
          <ac:graphicFrameMkLst>
            <pc:docMk/>
            <pc:sldMk cId="4125211752" sldId="262"/>
            <ac:graphicFrameMk id="5" creationId="{BDE815A3-B3BA-B9B8-BAF0-AA4FAC81B23B}"/>
          </ac:graphicFrameMkLst>
        </pc:graphicFrameChg>
      </pc:sldChg>
      <pc:sldChg chg="addSp delSp modSp new mod setBg setClrOvrMap">
        <pc:chgData name="Andrew Shaw" userId="S::shawa@dkit.ie::28537ef5-08dc-41d9-a824-760ea520345f" providerId="AD" clId="Web-{1080B7F9-2A4D-E0C1-04CD-1DE2346CD609}" dt="2022-10-18T18:09:27.045" v="920" actId="20577"/>
        <pc:sldMkLst>
          <pc:docMk/>
          <pc:sldMk cId="3876469611" sldId="263"/>
        </pc:sldMkLst>
        <pc:spChg chg="mod">
          <ac:chgData name="Andrew Shaw" userId="S::shawa@dkit.ie::28537ef5-08dc-41d9-a824-760ea520345f" providerId="AD" clId="Web-{1080B7F9-2A4D-E0C1-04CD-1DE2346CD609}" dt="2022-10-18T18:08:37.669" v="911"/>
          <ac:spMkLst>
            <pc:docMk/>
            <pc:sldMk cId="3876469611" sldId="263"/>
            <ac:spMk id="2" creationId="{CADDD6D0-FDEF-3B9A-A248-42B4A9BD777F}"/>
          </ac:spMkLst>
        </pc:spChg>
        <pc:spChg chg="mod">
          <ac:chgData name="Andrew Shaw" userId="S::shawa@dkit.ie::28537ef5-08dc-41d9-a824-760ea520345f" providerId="AD" clId="Web-{1080B7F9-2A4D-E0C1-04CD-1DE2346CD609}" dt="2022-10-18T18:09:27.045" v="920" actId="20577"/>
          <ac:spMkLst>
            <pc:docMk/>
            <pc:sldMk cId="3876469611" sldId="263"/>
            <ac:spMk id="3" creationId="{D3D15271-725D-6AE2-750E-236829C6784F}"/>
          </ac:spMkLst>
        </pc:spChg>
        <pc:spChg chg="add del">
          <ac:chgData name="Andrew Shaw" userId="S::shawa@dkit.ie::28537ef5-08dc-41d9-a824-760ea520345f" providerId="AD" clId="Web-{1080B7F9-2A4D-E0C1-04CD-1DE2346CD609}" dt="2022-10-18T18:07:20.823" v="909"/>
          <ac:spMkLst>
            <pc:docMk/>
            <pc:sldMk cId="3876469611" sldId="263"/>
            <ac:spMk id="9" creationId="{C7FA33FF-088D-4F16-95A2-2C64D353DEA8}"/>
          </ac:spMkLst>
        </pc:spChg>
        <pc:spChg chg="add del">
          <ac:chgData name="Andrew Shaw" userId="S::shawa@dkit.ie::28537ef5-08dc-41d9-a824-760ea520345f" providerId="AD" clId="Web-{1080B7F9-2A4D-E0C1-04CD-1DE2346CD609}" dt="2022-10-18T18:07:20.823" v="909"/>
          <ac:spMkLst>
            <pc:docMk/>
            <pc:sldMk cId="3876469611" sldId="263"/>
            <ac:spMk id="11" creationId="{A376EFB1-01CF-419F-ABF1-2AF02BBFCBD1}"/>
          </ac:spMkLst>
        </pc:spChg>
        <pc:spChg chg="add del">
          <ac:chgData name="Andrew Shaw" userId="S::shawa@dkit.ie::28537ef5-08dc-41d9-a824-760ea520345f" providerId="AD" clId="Web-{1080B7F9-2A4D-E0C1-04CD-1DE2346CD609}" dt="2022-10-18T18:07:20.823" v="909"/>
          <ac:spMkLst>
            <pc:docMk/>
            <pc:sldMk cId="3876469611" sldId="263"/>
            <ac:spMk id="13" creationId="{FF9DEA15-78BD-4750-AA18-B9F28A6D5AB8}"/>
          </ac:spMkLst>
        </pc:spChg>
        <pc:spChg chg="add">
          <ac:chgData name="Andrew Shaw" userId="S::shawa@dkit.ie::28537ef5-08dc-41d9-a824-760ea520345f" providerId="AD" clId="Web-{1080B7F9-2A4D-E0C1-04CD-1DE2346CD609}" dt="2022-10-18T18:08:37.669" v="911"/>
          <ac:spMkLst>
            <pc:docMk/>
            <pc:sldMk cId="3876469611" sldId="263"/>
            <ac:spMk id="28" creationId="{B4147794-66B7-4CDE-BC75-BBDC48B2FCEB}"/>
          </ac:spMkLst>
        </pc:spChg>
        <pc:spChg chg="add">
          <ac:chgData name="Andrew Shaw" userId="S::shawa@dkit.ie::28537ef5-08dc-41d9-a824-760ea520345f" providerId="AD" clId="Web-{1080B7F9-2A4D-E0C1-04CD-1DE2346CD609}" dt="2022-10-18T18:08:37.669" v="911"/>
          <ac:spMkLst>
            <pc:docMk/>
            <pc:sldMk cId="3876469611" sldId="263"/>
            <ac:spMk id="30" creationId="{41202E79-1236-4DF8-9921-F47A0B079C13}"/>
          </ac:spMkLst>
        </pc:spChg>
        <pc:picChg chg="add del mod">
          <ac:chgData name="Andrew Shaw" userId="S::shawa@dkit.ie::28537ef5-08dc-41d9-a824-760ea520345f" providerId="AD" clId="Web-{1080B7F9-2A4D-E0C1-04CD-1DE2346CD609}" dt="2022-10-18T17:55:56.807" v="882"/>
          <ac:picMkLst>
            <pc:docMk/>
            <pc:sldMk cId="3876469611" sldId="263"/>
            <ac:picMk id="4" creationId="{89A4F3DE-B38C-AEAE-9962-0406B096DE58}"/>
          </ac:picMkLst>
        </pc:picChg>
        <pc:picChg chg="add del">
          <ac:chgData name="Andrew Shaw" userId="S::shawa@dkit.ie::28537ef5-08dc-41d9-a824-760ea520345f" providerId="AD" clId="Web-{1080B7F9-2A4D-E0C1-04CD-1DE2346CD609}" dt="2022-10-18T18:07:20.792" v="908"/>
          <ac:picMkLst>
            <pc:docMk/>
            <pc:sldMk cId="3876469611" sldId="263"/>
            <ac:picMk id="15" creationId="{C724C24C-DD5D-6C31-F4CE-AFF0A3BF28EF}"/>
          </ac:picMkLst>
        </pc:picChg>
        <pc:picChg chg="add del">
          <ac:chgData name="Andrew Shaw" userId="S::shawa@dkit.ie::28537ef5-08dc-41d9-a824-760ea520345f" providerId="AD" clId="Web-{1080B7F9-2A4D-E0C1-04CD-1DE2346CD609}" dt="2022-10-18T18:07:36.308" v="910"/>
          <ac:picMkLst>
            <pc:docMk/>
            <pc:sldMk cId="3876469611" sldId="263"/>
            <ac:picMk id="21" creationId="{BFBBBC28-1FE6-9D07-F49A-47B7C8719BAA}"/>
          </ac:picMkLst>
        </pc:picChg>
        <pc:picChg chg="add">
          <ac:chgData name="Andrew Shaw" userId="S::shawa@dkit.ie::28537ef5-08dc-41d9-a824-760ea520345f" providerId="AD" clId="Web-{1080B7F9-2A4D-E0C1-04CD-1DE2346CD609}" dt="2022-10-18T18:08:37.669" v="911"/>
          <ac:picMkLst>
            <pc:docMk/>
            <pc:sldMk cId="3876469611" sldId="263"/>
            <ac:picMk id="24" creationId="{5050F4A6-9AC6-2DE1-F79A-1D83C13F25D6}"/>
          </ac:picMkLst>
        </pc:picChg>
        <pc:cxnChg chg="add del">
          <ac:chgData name="Andrew Shaw" userId="S::shawa@dkit.ie::28537ef5-08dc-41d9-a824-760ea520345f" providerId="AD" clId="Web-{1080B7F9-2A4D-E0C1-04CD-1DE2346CD609}" dt="2022-10-18T18:07:20.792" v="908"/>
          <ac:cxnSpMkLst>
            <pc:docMk/>
            <pc:sldMk cId="3876469611" sldId="263"/>
            <ac:cxnSpMk id="19" creationId="{A7F400EE-A8A5-48AF-B4D6-291B52C6F0B0}"/>
          </ac:cxnSpMkLst>
        </pc:cxnChg>
        <pc:cxnChg chg="add del">
          <ac:chgData name="Andrew Shaw" userId="S::shawa@dkit.ie::28537ef5-08dc-41d9-a824-760ea520345f" providerId="AD" clId="Web-{1080B7F9-2A4D-E0C1-04CD-1DE2346CD609}" dt="2022-10-18T18:08:37.669" v="911"/>
          <ac:cxnSpMkLst>
            <pc:docMk/>
            <pc:sldMk cId="3876469611" sldId="263"/>
            <ac:cxnSpMk id="22" creationId="{A7F400EE-A8A5-48AF-B4D6-291B52C6F0B0}"/>
          </ac:cxnSpMkLst>
        </pc:cxnChg>
      </pc:sldChg>
      <pc:sldChg chg="addSp delSp modSp new">
        <pc:chgData name="Andrew Shaw" userId="S::shawa@dkit.ie::28537ef5-08dc-41d9-a824-760ea520345f" providerId="AD" clId="Web-{1080B7F9-2A4D-E0C1-04CD-1DE2346CD609}" dt="2022-10-18T18:05:49.071" v="895" actId="20577"/>
        <pc:sldMkLst>
          <pc:docMk/>
          <pc:sldMk cId="1131745269" sldId="264"/>
        </pc:sldMkLst>
        <pc:spChg chg="mod">
          <ac:chgData name="Andrew Shaw" userId="S::shawa@dkit.ie::28537ef5-08dc-41d9-a824-760ea520345f" providerId="AD" clId="Web-{1080B7F9-2A4D-E0C1-04CD-1DE2346CD609}" dt="2022-10-18T18:05:49.071" v="895" actId="20577"/>
          <ac:spMkLst>
            <pc:docMk/>
            <pc:sldMk cId="1131745269" sldId="264"/>
            <ac:spMk id="2" creationId="{049AB4D5-08B7-45B1-5CDE-4B4BE43FC346}"/>
          </ac:spMkLst>
        </pc:spChg>
        <pc:spChg chg="del">
          <ac:chgData name="Andrew Shaw" userId="S::shawa@dkit.ie::28537ef5-08dc-41d9-a824-760ea520345f" providerId="AD" clId="Web-{1080B7F9-2A4D-E0C1-04CD-1DE2346CD609}" dt="2022-10-18T18:05:38.555" v="884"/>
          <ac:spMkLst>
            <pc:docMk/>
            <pc:sldMk cId="1131745269" sldId="264"/>
            <ac:spMk id="3" creationId="{491EB2A6-1626-ABD5-5265-578D2F3E7C25}"/>
          </ac:spMkLst>
        </pc:spChg>
        <pc:picChg chg="add mod ord">
          <ac:chgData name="Andrew Shaw" userId="S::shawa@dkit.ie::28537ef5-08dc-41d9-a824-760ea520345f" providerId="AD" clId="Web-{1080B7F9-2A4D-E0C1-04CD-1DE2346CD609}" dt="2022-10-18T18:05:38.555" v="884"/>
          <ac:picMkLst>
            <pc:docMk/>
            <pc:sldMk cId="1131745269" sldId="264"/>
            <ac:picMk id="4" creationId="{A4BCE4D8-64F1-1695-1F1E-F0B4F697559F}"/>
          </ac:picMkLst>
        </pc:picChg>
      </pc:sldChg>
      <pc:sldChg chg="addSp delSp modSp new mod setBg">
        <pc:chgData name="Andrew Shaw" userId="S::shawa@dkit.ie::28537ef5-08dc-41d9-a824-760ea520345f" providerId="AD" clId="Web-{1080B7F9-2A4D-E0C1-04CD-1DE2346CD609}" dt="2022-10-18T18:26:04.068" v="1061"/>
        <pc:sldMkLst>
          <pc:docMk/>
          <pc:sldMk cId="282300945" sldId="265"/>
        </pc:sldMkLst>
        <pc:spChg chg="mod">
          <ac:chgData name="Andrew Shaw" userId="S::shawa@dkit.ie::28537ef5-08dc-41d9-a824-760ea520345f" providerId="AD" clId="Web-{1080B7F9-2A4D-E0C1-04CD-1DE2346CD609}" dt="2022-10-18T18:26:04.068" v="1061"/>
          <ac:spMkLst>
            <pc:docMk/>
            <pc:sldMk cId="282300945" sldId="265"/>
            <ac:spMk id="2" creationId="{BDD8EAA2-B209-B683-D621-A9681C3FFF04}"/>
          </ac:spMkLst>
        </pc:spChg>
        <pc:spChg chg="mod">
          <ac:chgData name="Andrew Shaw" userId="S::shawa@dkit.ie::28537ef5-08dc-41d9-a824-760ea520345f" providerId="AD" clId="Web-{1080B7F9-2A4D-E0C1-04CD-1DE2346CD609}" dt="2022-10-18T18:26:04.068" v="1061"/>
          <ac:spMkLst>
            <pc:docMk/>
            <pc:sldMk cId="282300945" sldId="265"/>
            <ac:spMk id="3" creationId="{CC2D5A50-2889-24D4-083C-D2B0CE0DB23F}"/>
          </ac:spMkLst>
        </pc:spChg>
        <pc:spChg chg="add">
          <ac:chgData name="Andrew Shaw" userId="S::shawa@dkit.ie::28537ef5-08dc-41d9-a824-760ea520345f" providerId="AD" clId="Web-{1080B7F9-2A4D-E0C1-04CD-1DE2346CD609}" dt="2022-10-18T18:26:04.068" v="1061"/>
          <ac:spMkLst>
            <pc:docMk/>
            <pc:sldMk cId="282300945" sldId="265"/>
            <ac:spMk id="11" creationId="{2B566528-1B12-4246-9431-5C2D7D081168}"/>
          </ac:spMkLst>
        </pc:spChg>
        <pc:grpChg chg="add">
          <ac:chgData name="Andrew Shaw" userId="S::shawa@dkit.ie::28537ef5-08dc-41d9-a824-760ea520345f" providerId="AD" clId="Web-{1080B7F9-2A4D-E0C1-04CD-1DE2346CD609}" dt="2022-10-18T18:26:04.068" v="1061"/>
          <ac:grpSpMkLst>
            <pc:docMk/>
            <pc:sldMk cId="282300945" sldId="265"/>
            <ac:grpSpMk id="13" creationId="{828A5161-06F1-46CF-8AD7-844680A59E13}"/>
          </ac:grpSpMkLst>
        </pc:grpChg>
        <pc:grpChg chg="add">
          <ac:chgData name="Andrew Shaw" userId="S::shawa@dkit.ie::28537ef5-08dc-41d9-a824-760ea520345f" providerId="AD" clId="Web-{1080B7F9-2A4D-E0C1-04CD-1DE2346CD609}" dt="2022-10-18T18:26:04.068" v="1061"/>
          <ac:grpSpMkLst>
            <pc:docMk/>
            <pc:sldMk cId="282300945" sldId="265"/>
            <ac:grpSpMk id="17" creationId="{5995D10D-E9C9-47DB-AE7E-801FEF38F5C9}"/>
          </ac:grpSpMkLst>
        </pc:grpChg>
        <pc:picChg chg="add del mod">
          <ac:chgData name="Andrew Shaw" userId="S::shawa@dkit.ie::28537ef5-08dc-41d9-a824-760ea520345f" providerId="AD" clId="Web-{1080B7F9-2A4D-E0C1-04CD-1DE2346CD609}" dt="2022-10-18T18:13:54.801" v="947"/>
          <ac:picMkLst>
            <pc:docMk/>
            <pc:sldMk cId="282300945" sldId="265"/>
            <ac:picMk id="4" creationId="{2FAFF6C0-5E60-A6F4-0207-62B2D59C1213}"/>
          </ac:picMkLst>
        </pc:picChg>
        <pc:picChg chg="add del mod">
          <ac:chgData name="Andrew Shaw" userId="S::shawa@dkit.ie::28537ef5-08dc-41d9-a824-760ea520345f" providerId="AD" clId="Web-{1080B7F9-2A4D-E0C1-04CD-1DE2346CD609}" dt="2022-10-18T18:24:49.864" v="977"/>
          <ac:picMkLst>
            <pc:docMk/>
            <pc:sldMk cId="282300945" sldId="265"/>
            <ac:picMk id="5" creationId="{84133B1F-FE3C-D9A0-1D1D-4941AC898470}"/>
          </ac:picMkLst>
        </pc:picChg>
        <pc:picChg chg="add mod">
          <ac:chgData name="Andrew Shaw" userId="S::shawa@dkit.ie::28537ef5-08dc-41d9-a824-760ea520345f" providerId="AD" clId="Web-{1080B7F9-2A4D-E0C1-04CD-1DE2346CD609}" dt="2022-10-18T18:26:04.068" v="1061"/>
          <ac:picMkLst>
            <pc:docMk/>
            <pc:sldMk cId="282300945" sldId="265"/>
            <ac:picMk id="6" creationId="{73DFDC31-EFAC-6F0B-E71A-77E093E4FA82}"/>
          </ac:picMkLst>
        </pc:picChg>
      </pc:sldChg>
      <pc:sldChg chg="addSp delSp modSp new del">
        <pc:chgData name="Andrew Shaw" userId="S::shawa@dkit.ie::28537ef5-08dc-41d9-a824-760ea520345f" providerId="AD" clId="Web-{1080B7F9-2A4D-E0C1-04CD-1DE2346CD609}" dt="2022-10-18T18:29:19.995" v="1203"/>
        <pc:sldMkLst>
          <pc:docMk/>
          <pc:sldMk cId="3485401976" sldId="266"/>
        </pc:sldMkLst>
        <pc:spChg chg="mod">
          <ac:chgData name="Andrew Shaw" userId="S::shawa@dkit.ie::28537ef5-08dc-41d9-a824-760ea520345f" providerId="AD" clId="Web-{1080B7F9-2A4D-E0C1-04CD-1DE2346CD609}" dt="2022-10-18T18:26:38.835" v="1063" actId="20577"/>
          <ac:spMkLst>
            <pc:docMk/>
            <pc:sldMk cId="3485401976" sldId="266"/>
            <ac:spMk id="2" creationId="{77C91548-984E-D1EF-7379-760B08F3DE13}"/>
          </ac:spMkLst>
        </pc:spChg>
        <pc:spChg chg="del">
          <ac:chgData name="Andrew Shaw" userId="S::shawa@dkit.ie::28537ef5-08dc-41d9-a824-760ea520345f" providerId="AD" clId="Web-{1080B7F9-2A4D-E0C1-04CD-1DE2346CD609}" dt="2022-10-18T18:11:00.891" v="944"/>
          <ac:spMkLst>
            <pc:docMk/>
            <pc:sldMk cId="3485401976" sldId="266"/>
            <ac:spMk id="3" creationId="{E031CB5A-381E-9985-AE39-B59E11C60B22}"/>
          </ac:spMkLst>
        </pc:spChg>
        <pc:picChg chg="add mod ord">
          <ac:chgData name="Andrew Shaw" userId="S::shawa@dkit.ie::28537ef5-08dc-41d9-a824-760ea520345f" providerId="AD" clId="Web-{1080B7F9-2A4D-E0C1-04CD-1DE2346CD609}" dt="2022-10-18T18:26:41.460" v="1064" actId="1076"/>
          <ac:picMkLst>
            <pc:docMk/>
            <pc:sldMk cId="3485401976" sldId="266"/>
            <ac:picMk id="4" creationId="{B0FFF968-AE0A-B55B-EE51-3CB75CC40006}"/>
          </ac:picMkLst>
        </pc:picChg>
      </pc:sldChg>
      <pc:sldChg chg="addSp delSp modSp new mod setBg">
        <pc:chgData name="Andrew Shaw" userId="S::shawa@dkit.ie::28537ef5-08dc-41d9-a824-760ea520345f" providerId="AD" clId="Web-{1080B7F9-2A4D-E0C1-04CD-1DE2346CD609}" dt="2022-10-18T18:28:55.494" v="1202"/>
        <pc:sldMkLst>
          <pc:docMk/>
          <pc:sldMk cId="3585043689" sldId="267"/>
        </pc:sldMkLst>
        <pc:spChg chg="mod">
          <ac:chgData name="Andrew Shaw" userId="S::shawa@dkit.ie::28537ef5-08dc-41d9-a824-760ea520345f" providerId="AD" clId="Web-{1080B7F9-2A4D-E0C1-04CD-1DE2346CD609}" dt="2022-10-18T18:28:55.494" v="1202"/>
          <ac:spMkLst>
            <pc:docMk/>
            <pc:sldMk cId="3585043689" sldId="267"/>
            <ac:spMk id="2" creationId="{FEA9B08D-43EE-9EB3-AEC7-0B67ACA8FC81}"/>
          </ac:spMkLst>
        </pc:spChg>
        <pc:spChg chg="mod">
          <ac:chgData name="Andrew Shaw" userId="S::shawa@dkit.ie::28537ef5-08dc-41d9-a824-760ea520345f" providerId="AD" clId="Web-{1080B7F9-2A4D-E0C1-04CD-1DE2346CD609}" dt="2022-10-18T18:28:55.494" v="1202"/>
          <ac:spMkLst>
            <pc:docMk/>
            <pc:sldMk cId="3585043689" sldId="267"/>
            <ac:spMk id="3" creationId="{3B6003B1-8E96-E7B0-E001-59EBA042413B}"/>
          </ac:spMkLst>
        </pc:spChg>
        <pc:spChg chg="add del">
          <ac:chgData name="Andrew Shaw" userId="S::shawa@dkit.ie::28537ef5-08dc-41d9-a824-760ea520345f" providerId="AD" clId="Web-{1080B7F9-2A4D-E0C1-04CD-1DE2346CD609}" dt="2022-10-18T18:28:55.494" v="1201"/>
          <ac:spMkLst>
            <pc:docMk/>
            <pc:sldMk cId="3585043689" sldId="267"/>
            <ac:spMk id="10" creationId="{2B566528-1B12-4246-9431-5C2D7D081168}"/>
          </ac:spMkLst>
        </pc:spChg>
        <pc:spChg chg="add">
          <ac:chgData name="Andrew Shaw" userId="S::shawa@dkit.ie::28537ef5-08dc-41d9-a824-760ea520345f" providerId="AD" clId="Web-{1080B7F9-2A4D-E0C1-04CD-1DE2346CD609}" dt="2022-10-18T18:28:55.494" v="1202"/>
          <ac:spMkLst>
            <pc:docMk/>
            <pc:sldMk cId="3585043689" sldId="267"/>
            <ac:spMk id="20" creationId="{81AEB8A9-B768-4E30-BA55-D919E6687343}"/>
          </ac:spMkLst>
        </pc:spChg>
        <pc:grpChg chg="add del">
          <ac:chgData name="Andrew Shaw" userId="S::shawa@dkit.ie::28537ef5-08dc-41d9-a824-760ea520345f" providerId="AD" clId="Web-{1080B7F9-2A4D-E0C1-04CD-1DE2346CD609}" dt="2022-10-18T18:28:55.494" v="1201"/>
          <ac:grpSpMkLst>
            <pc:docMk/>
            <pc:sldMk cId="3585043689" sldId="267"/>
            <ac:grpSpMk id="12" creationId="{828A5161-06F1-46CF-8AD7-844680A59E13}"/>
          </ac:grpSpMkLst>
        </pc:grpChg>
        <pc:grpChg chg="add del">
          <ac:chgData name="Andrew Shaw" userId="S::shawa@dkit.ie::28537ef5-08dc-41d9-a824-760ea520345f" providerId="AD" clId="Web-{1080B7F9-2A4D-E0C1-04CD-1DE2346CD609}" dt="2022-10-18T18:28:55.494" v="1201"/>
          <ac:grpSpMkLst>
            <pc:docMk/>
            <pc:sldMk cId="3585043689" sldId="267"/>
            <ac:grpSpMk id="16" creationId="{5995D10D-E9C9-47DB-AE7E-801FEF38F5C9}"/>
          </ac:grpSpMkLst>
        </pc:grpChg>
        <pc:picChg chg="add mod">
          <ac:chgData name="Andrew Shaw" userId="S::shawa@dkit.ie::28537ef5-08dc-41d9-a824-760ea520345f" providerId="AD" clId="Web-{1080B7F9-2A4D-E0C1-04CD-1DE2346CD609}" dt="2022-10-18T18:28:55.494" v="1202"/>
          <ac:picMkLst>
            <pc:docMk/>
            <pc:sldMk cId="3585043689" sldId="267"/>
            <ac:picMk id="5" creationId="{6BC44077-7A31-0354-8EAB-BC134FB7B2ED}"/>
          </ac:picMkLst>
        </pc:picChg>
      </pc:sldChg>
      <pc:sldChg chg="modSp new">
        <pc:chgData name="Andrew Shaw" userId="S::shawa@dkit.ie::28537ef5-08dc-41d9-a824-760ea520345f" providerId="AD" clId="Web-{1080B7F9-2A4D-E0C1-04CD-1DE2346CD609}" dt="2022-10-18T18:42:41.467" v="1710" actId="20577"/>
        <pc:sldMkLst>
          <pc:docMk/>
          <pc:sldMk cId="3778930221" sldId="268"/>
        </pc:sldMkLst>
        <pc:spChg chg="mod">
          <ac:chgData name="Andrew Shaw" userId="S::shawa@dkit.ie::28537ef5-08dc-41d9-a824-760ea520345f" providerId="AD" clId="Web-{1080B7F9-2A4D-E0C1-04CD-1DE2346CD609}" dt="2022-10-18T18:29:33.386" v="1216" actId="20577"/>
          <ac:spMkLst>
            <pc:docMk/>
            <pc:sldMk cId="3778930221" sldId="268"/>
            <ac:spMk id="2" creationId="{3AA82D43-A793-D1D3-ADCC-279E54ECB692}"/>
          </ac:spMkLst>
        </pc:spChg>
        <pc:spChg chg="mod">
          <ac:chgData name="Andrew Shaw" userId="S::shawa@dkit.ie::28537ef5-08dc-41d9-a824-760ea520345f" providerId="AD" clId="Web-{1080B7F9-2A4D-E0C1-04CD-1DE2346CD609}" dt="2022-10-18T18:42:41.467" v="1710" actId="20577"/>
          <ac:spMkLst>
            <pc:docMk/>
            <pc:sldMk cId="3778930221" sldId="268"/>
            <ac:spMk id="3" creationId="{C8D5CF2E-6E37-BB3A-9039-D9A80F0A779D}"/>
          </ac:spMkLst>
        </pc:spChg>
      </pc:sldChg>
      <pc:sldChg chg="addSp modSp new mod setBg">
        <pc:chgData name="Andrew Shaw" userId="S::shawa@dkit.ie::28537ef5-08dc-41d9-a824-760ea520345f" providerId="AD" clId="Web-{1080B7F9-2A4D-E0C1-04CD-1DE2346CD609}" dt="2022-10-18T18:40:43.214" v="1530"/>
        <pc:sldMkLst>
          <pc:docMk/>
          <pc:sldMk cId="3089775803" sldId="269"/>
        </pc:sldMkLst>
        <pc:spChg chg="mod">
          <ac:chgData name="Andrew Shaw" userId="S::shawa@dkit.ie::28537ef5-08dc-41d9-a824-760ea520345f" providerId="AD" clId="Web-{1080B7F9-2A4D-E0C1-04CD-1DE2346CD609}" dt="2022-10-18T18:40:43.214" v="1530"/>
          <ac:spMkLst>
            <pc:docMk/>
            <pc:sldMk cId="3089775803" sldId="269"/>
            <ac:spMk id="2" creationId="{B9A30B36-F8A0-5DD6-B836-22B7AD23B448}"/>
          </ac:spMkLst>
        </pc:spChg>
        <pc:spChg chg="mod">
          <ac:chgData name="Andrew Shaw" userId="S::shawa@dkit.ie::28537ef5-08dc-41d9-a824-760ea520345f" providerId="AD" clId="Web-{1080B7F9-2A4D-E0C1-04CD-1DE2346CD609}" dt="2022-10-18T18:40:43.214" v="1530"/>
          <ac:spMkLst>
            <pc:docMk/>
            <pc:sldMk cId="3089775803" sldId="269"/>
            <ac:spMk id="3" creationId="{19F0A88F-4490-80DF-E402-D6D20CFDD896}"/>
          </ac:spMkLst>
        </pc:spChg>
        <pc:spChg chg="add">
          <ac:chgData name="Andrew Shaw" userId="S::shawa@dkit.ie::28537ef5-08dc-41d9-a824-760ea520345f" providerId="AD" clId="Web-{1080B7F9-2A4D-E0C1-04CD-1DE2346CD609}" dt="2022-10-18T18:40:43.214" v="1530"/>
          <ac:spMkLst>
            <pc:docMk/>
            <pc:sldMk cId="3089775803" sldId="269"/>
            <ac:spMk id="9" creationId="{2B566528-1B12-4246-9431-5C2D7D081168}"/>
          </ac:spMkLst>
        </pc:spChg>
        <pc:grpChg chg="add">
          <ac:chgData name="Andrew Shaw" userId="S::shawa@dkit.ie::28537ef5-08dc-41d9-a824-760ea520345f" providerId="AD" clId="Web-{1080B7F9-2A4D-E0C1-04CD-1DE2346CD609}" dt="2022-10-18T18:40:43.214" v="1530"/>
          <ac:grpSpMkLst>
            <pc:docMk/>
            <pc:sldMk cId="3089775803" sldId="269"/>
            <ac:grpSpMk id="11" creationId="{828A5161-06F1-46CF-8AD7-844680A59E13}"/>
          </ac:grpSpMkLst>
        </pc:grpChg>
        <pc:grpChg chg="add">
          <ac:chgData name="Andrew Shaw" userId="S::shawa@dkit.ie::28537ef5-08dc-41d9-a824-760ea520345f" providerId="AD" clId="Web-{1080B7F9-2A4D-E0C1-04CD-1DE2346CD609}" dt="2022-10-18T18:40:43.214" v="1530"/>
          <ac:grpSpMkLst>
            <pc:docMk/>
            <pc:sldMk cId="3089775803" sldId="269"/>
            <ac:grpSpMk id="15" creationId="{5995D10D-E9C9-47DB-AE7E-801FEF38F5C9}"/>
          </ac:grpSpMkLst>
        </pc:grpChg>
        <pc:picChg chg="add mod">
          <ac:chgData name="Andrew Shaw" userId="S::shawa@dkit.ie::28537ef5-08dc-41d9-a824-760ea520345f" providerId="AD" clId="Web-{1080B7F9-2A4D-E0C1-04CD-1DE2346CD609}" dt="2022-10-18T18:40:43.214" v="1530"/>
          <ac:picMkLst>
            <pc:docMk/>
            <pc:sldMk cId="3089775803" sldId="269"/>
            <ac:picMk id="4" creationId="{F0C19D89-3814-BEDD-070E-553FCA162F2C}"/>
          </ac:picMkLst>
        </pc:picChg>
      </pc:sldChg>
      <pc:sldChg chg="addSp modSp new mod setBg">
        <pc:chgData name="Andrew Shaw" userId="S::shawa@dkit.ie::28537ef5-08dc-41d9-a824-760ea520345f" providerId="AD" clId="Web-{1080B7F9-2A4D-E0C1-04CD-1DE2346CD609}" dt="2022-10-18T18:45:54.347" v="1755"/>
        <pc:sldMkLst>
          <pc:docMk/>
          <pc:sldMk cId="3799250655" sldId="270"/>
        </pc:sldMkLst>
        <pc:spChg chg="mod">
          <ac:chgData name="Andrew Shaw" userId="S::shawa@dkit.ie::28537ef5-08dc-41d9-a824-760ea520345f" providerId="AD" clId="Web-{1080B7F9-2A4D-E0C1-04CD-1DE2346CD609}" dt="2022-10-18T18:45:54.347" v="1755"/>
          <ac:spMkLst>
            <pc:docMk/>
            <pc:sldMk cId="3799250655" sldId="270"/>
            <ac:spMk id="2" creationId="{D62749CF-D83A-6ED2-857B-E65C182C66EC}"/>
          </ac:spMkLst>
        </pc:spChg>
        <pc:spChg chg="mod">
          <ac:chgData name="Andrew Shaw" userId="S::shawa@dkit.ie::28537ef5-08dc-41d9-a824-760ea520345f" providerId="AD" clId="Web-{1080B7F9-2A4D-E0C1-04CD-1DE2346CD609}" dt="2022-10-18T18:45:54.347" v="1755"/>
          <ac:spMkLst>
            <pc:docMk/>
            <pc:sldMk cId="3799250655" sldId="270"/>
            <ac:spMk id="3" creationId="{5392A6F1-AC55-0DFF-89C1-01F6C2F3D813}"/>
          </ac:spMkLst>
        </pc:spChg>
        <pc:picChg chg="add mod">
          <ac:chgData name="Andrew Shaw" userId="S::shawa@dkit.ie::28537ef5-08dc-41d9-a824-760ea520345f" providerId="AD" clId="Web-{1080B7F9-2A4D-E0C1-04CD-1DE2346CD609}" dt="2022-10-18T18:45:54.347" v="1755"/>
          <ac:picMkLst>
            <pc:docMk/>
            <pc:sldMk cId="3799250655" sldId="270"/>
            <ac:picMk id="4" creationId="{D3F7D4DA-674E-5780-5077-55D8B3D9BFFA}"/>
          </ac:picMkLst>
        </pc:picChg>
      </pc:sldChg>
    </pc:docChg>
  </pc:docChgLst>
  <pc:docChgLst>
    <pc:chgData name="Andrew Shaw" userId="S::shawa@dkit.ie::28537ef5-08dc-41d9-a824-760ea520345f" providerId="AD" clId="Web-{473DEF35-2B4B-44EC-BE60-7781259A972A}"/>
    <pc:docChg chg="addSld modSld addMainMaster">
      <pc:chgData name="Andrew Shaw" userId="S::shawa@dkit.ie::28537ef5-08dc-41d9-a824-760ea520345f" providerId="AD" clId="Web-{473DEF35-2B4B-44EC-BE60-7781259A972A}" dt="2022-10-18T15:10:19.544" v="289" actId="20577"/>
      <pc:docMkLst>
        <pc:docMk/>
      </pc:docMkLst>
      <pc:sldChg chg="addSp delSp modSp mod setBg addAnim setClrOvrMap">
        <pc:chgData name="Andrew Shaw" userId="S::shawa@dkit.ie::28537ef5-08dc-41d9-a824-760ea520345f" providerId="AD" clId="Web-{473DEF35-2B4B-44EC-BE60-7781259A972A}" dt="2022-10-18T14:57:18.320" v="9"/>
        <pc:sldMkLst>
          <pc:docMk/>
          <pc:sldMk cId="109857222" sldId="256"/>
        </pc:sldMkLst>
        <pc:spChg chg="mod or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5" creationId="{FF2C8C97-D88F-0B14-6087-1B6F22449613}"/>
          </ac:spMkLst>
        </pc:spChg>
        <pc:spChg chg="add del">
          <ac:chgData name="Andrew Shaw" userId="S::shawa@dkit.ie::28537ef5-08dc-41d9-a824-760ea520345f" providerId="AD" clId="Web-{473DEF35-2B4B-44EC-BE60-7781259A972A}" dt="2022-10-18T14:57:18.304" v="7"/>
          <ac:spMkLst>
            <pc:docMk/>
            <pc:sldMk cId="109857222" sldId="256"/>
            <ac:spMk id="10" creationId="{94714483-7072-431F-9DBE-87F44E4D44BC}"/>
          </ac:spMkLst>
        </pc:spChg>
        <pc:spChg chg="add del">
          <ac:chgData name="Andrew Shaw" userId="S::shawa@dkit.ie::28537ef5-08dc-41d9-a824-760ea520345f" providerId="AD" clId="Web-{473DEF35-2B4B-44EC-BE60-7781259A972A}" dt="2022-10-18T14:57:18.304" v="7"/>
          <ac:spMkLst>
            <pc:docMk/>
            <pc:sldMk cId="109857222" sldId="256"/>
            <ac:spMk id="12" creationId="{495892E1-F4A5-4991-AC52-4F417B14A2A2}"/>
          </ac:spMkLst>
        </pc:spChg>
        <pc:spChg chg="ad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16" creationId="{08C9B587-E65E-4B52-B37C-ABEBB6E87928}"/>
          </ac:spMkLst>
        </pc:spChg>
        <pc:spChg chg="add del">
          <ac:chgData name="Andrew Shaw" userId="S::shawa@dkit.ie::28537ef5-08dc-41d9-a824-760ea520345f" providerId="AD" clId="Web-{473DEF35-2B4B-44EC-BE60-7781259A972A}" dt="2022-10-18T14:57:18.304" v="7"/>
          <ac:spMkLst>
            <pc:docMk/>
            <pc:sldMk cId="109857222" sldId="256"/>
            <ac:spMk id="22" creationId="{E2683E3F-F855-4549-84F8-42064EC0F247}"/>
          </ac:spMkLst>
        </pc:spChg>
        <pc:spChg chg="add del">
          <ac:chgData name="Andrew Shaw" userId="S::shawa@dkit.ie::28537ef5-08dc-41d9-a824-760ea520345f" providerId="AD" clId="Web-{473DEF35-2B4B-44EC-BE60-7781259A972A}" dt="2022-10-18T14:57:18.304" v="7"/>
          <ac:spMkLst>
            <pc:docMk/>
            <pc:sldMk cId="109857222" sldId="256"/>
            <ac:spMk id="30" creationId="{832F3179-0CD5-40C8-9939-D8355006F7BA}"/>
          </ac:spMkLst>
        </pc:spChg>
        <pc:spChg chg="ad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38" creationId="{0671A8AE-40A1-4631-A6B8-581AFF065482}"/>
          </ac:spMkLst>
        </pc:spChg>
        <pc:spChg chg="ad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39" creationId="{AB58EF07-17C2-48CF-ABB0-EEF1F17CB8F0}"/>
          </ac:spMkLst>
        </pc:spChg>
        <pc:spChg chg="add">
          <ac:chgData name="Andrew Shaw" userId="S::shawa@dkit.ie::28537ef5-08dc-41d9-a824-760ea520345f" providerId="AD" clId="Web-{473DEF35-2B4B-44EC-BE60-7781259A972A}" dt="2022-10-18T14:57:18.320" v="8"/>
          <ac:spMkLst>
            <pc:docMk/>
            <pc:sldMk cId="109857222" sldId="256"/>
            <ac:spMk id="40" creationId="{AF2F604E-43BE-4DC3-B983-E071523364F8}"/>
          </ac:spMkLst>
        </pc:spChg>
        <pc:grpChg chg="add del">
          <ac:chgData name="Andrew Shaw" userId="S::shawa@dkit.ie::28537ef5-08dc-41d9-a824-760ea520345f" providerId="AD" clId="Web-{473DEF35-2B4B-44EC-BE60-7781259A972A}" dt="2022-10-18T14:57:18.304" v="7"/>
          <ac:grpSpMkLst>
            <pc:docMk/>
            <pc:sldMk cId="109857222" sldId="256"/>
            <ac:grpSpMk id="14" creationId="{ACF597F8-76AA-44FA-8E6A-06223B66C0DD}"/>
          </ac:grpSpMkLst>
        </pc:grpChg>
        <pc:grpChg chg="add del">
          <ac:chgData name="Andrew Shaw" userId="S::shawa@dkit.ie::28537ef5-08dc-41d9-a824-760ea520345f" providerId="AD" clId="Web-{473DEF35-2B4B-44EC-BE60-7781259A972A}" dt="2022-10-18T14:57:18.304" v="7"/>
          <ac:grpSpMkLst>
            <pc:docMk/>
            <pc:sldMk cId="109857222" sldId="256"/>
            <ac:grpSpMk id="24" creationId="{8FC90B1E-0223-4440-AF22-8F32F6F0C7D2}"/>
          </ac:grpSpMkLst>
        </pc:grpChg>
        <pc:grpChg chg="add del">
          <ac:chgData name="Andrew Shaw" userId="S::shawa@dkit.ie::28537ef5-08dc-41d9-a824-760ea520345f" providerId="AD" clId="Web-{473DEF35-2B4B-44EC-BE60-7781259A972A}" dt="2022-10-18T14:57:18.304" v="7"/>
          <ac:grpSpMkLst>
            <pc:docMk/>
            <pc:sldMk cId="109857222" sldId="256"/>
            <ac:grpSpMk id="32" creationId="{11CE155D-684B-4F5E-B835-C52765E310E7}"/>
          </ac:grpSpMkLst>
        </pc:grpChg>
        <pc:picChg chg="add mod ord">
          <ac:chgData name="Andrew Shaw" userId="S::shawa@dkit.ie::28537ef5-08dc-41d9-a824-760ea520345f" providerId="AD" clId="Web-{473DEF35-2B4B-44EC-BE60-7781259A972A}" dt="2022-10-18T14:57:18.320" v="8"/>
          <ac:picMkLst>
            <pc:docMk/>
            <pc:sldMk cId="109857222" sldId="256"/>
            <ac:picMk id="4" creationId="{010EE383-9264-24B7-A1CA-1ADB5A6B37FB}"/>
          </ac:picMkLst>
        </pc:picChg>
      </pc:sldChg>
      <pc:sldChg chg="addSp delSp modSp new mod setBg setClrOvrMap">
        <pc:chgData name="Andrew Shaw" userId="S::shawa@dkit.ie::28537ef5-08dc-41d9-a824-760ea520345f" providerId="AD" clId="Web-{473DEF35-2B4B-44EC-BE60-7781259A972A}" dt="2022-10-18T15:02:39.125" v="85"/>
        <pc:sldMkLst>
          <pc:docMk/>
          <pc:sldMk cId="4238068599" sldId="257"/>
        </pc:sldMkLst>
        <pc:spChg chg="mod ord">
          <ac:chgData name="Andrew Shaw" userId="S::shawa@dkit.ie::28537ef5-08dc-41d9-a824-760ea520345f" providerId="AD" clId="Web-{473DEF35-2B4B-44EC-BE60-7781259A972A}" dt="2022-10-18T15:02:39.125" v="85"/>
          <ac:spMkLst>
            <pc:docMk/>
            <pc:sldMk cId="4238068599" sldId="257"/>
            <ac:spMk id="2" creationId="{3C7B31DD-2328-7AA3-FFE2-41B86E7BDF02}"/>
          </ac:spMkLst>
        </pc:spChg>
        <pc:spChg chg="del mod">
          <ac:chgData name="Andrew Shaw" userId="S::shawa@dkit.ie::28537ef5-08dc-41d9-a824-760ea520345f" providerId="AD" clId="Web-{473DEF35-2B4B-44EC-BE60-7781259A972A}" dt="2022-10-18T15:01:16.623" v="83"/>
          <ac:spMkLst>
            <pc:docMk/>
            <pc:sldMk cId="4238068599" sldId="257"/>
            <ac:spMk id="3" creationId="{2B1D0217-2CF7-558C-73B3-9E6715E13B7F}"/>
          </ac:spMkLst>
        </pc:spChg>
        <pc:spChg chg="add">
          <ac:chgData name="Andrew Shaw" userId="S::shawa@dkit.ie::28537ef5-08dc-41d9-a824-760ea520345f" providerId="AD" clId="Web-{473DEF35-2B4B-44EC-BE60-7781259A972A}" dt="2022-10-18T15:02:39.125" v="85"/>
          <ac:spMkLst>
            <pc:docMk/>
            <pc:sldMk cId="4238068599" sldId="257"/>
            <ac:spMk id="11" creationId="{B50AB553-2A96-4A92-96F2-93548E096954}"/>
          </ac:spMkLst>
        </pc:spChg>
        <pc:graphicFrameChg chg="add mod modGraphic">
          <ac:chgData name="Andrew Shaw" userId="S::shawa@dkit.ie::28537ef5-08dc-41d9-a824-760ea520345f" providerId="AD" clId="Web-{473DEF35-2B4B-44EC-BE60-7781259A972A}" dt="2022-10-18T15:02:39.125" v="85"/>
          <ac:graphicFrameMkLst>
            <pc:docMk/>
            <pc:sldMk cId="4238068599" sldId="257"/>
            <ac:graphicFrameMk id="5" creationId="{02F6E86C-2B12-7707-1C11-0127BFB68C88}"/>
          </ac:graphicFrameMkLst>
        </pc:graphicFrameChg>
        <pc:picChg chg="add mod">
          <ac:chgData name="Andrew Shaw" userId="S::shawa@dkit.ie::28537ef5-08dc-41d9-a824-760ea520345f" providerId="AD" clId="Web-{473DEF35-2B4B-44EC-BE60-7781259A972A}" dt="2022-10-18T15:02:39.125" v="85"/>
          <ac:picMkLst>
            <pc:docMk/>
            <pc:sldMk cId="4238068599" sldId="257"/>
            <ac:picMk id="6" creationId="{B3363C7A-24E0-20D6-6113-3B9F108BBAD0}"/>
          </ac:picMkLst>
        </pc:picChg>
      </pc:sldChg>
      <pc:sldChg chg="addSp delSp modSp add mod setBg">
        <pc:chgData name="Andrew Shaw" userId="S::shawa@dkit.ie::28537ef5-08dc-41d9-a824-760ea520345f" providerId="AD" clId="Web-{473DEF35-2B4B-44EC-BE60-7781259A972A}" dt="2022-10-18T15:01:42.358" v="84"/>
        <pc:sldMkLst>
          <pc:docMk/>
          <pc:sldMk cId="1214289252" sldId="258"/>
        </pc:sldMkLst>
        <pc:spChg chg="mod">
          <ac:chgData name="Andrew Shaw" userId="S::shawa@dkit.ie::28537ef5-08dc-41d9-a824-760ea520345f" providerId="AD" clId="Web-{473DEF35-2B4B-44EC-BE60-7781259A972A}" dt="2022-10-18T15:01:42.358" v="84"/>
          <ac:spMkLst>
            <pc:docMk/>
            <pc:sldMk cId="1214289252" sldId="258"/>
            <ac:spMk id="2" creationId="{37FB328F-8886-A746-BBDB-DAF8DE7C1DF2}"/>
          </ac:spMkLst>
        </pc:spChg>
        <pc:spChg chg="del mod">
          <ac:chgData name="Andrew Shaw" userId="S::shawa@dkit.ie::28537ef5-08dc-41d9-a824-760ea520345f" providerId="AD" clId="Web-{473DEF35-2B4B-44EC-BE60-7781259A972A}" dt="2022-10-18T15:00:27.262" v="82"/>
          <ac:spMkLst>
            <pc:docMk/>
            <pc:sldMk cId="1214289252" sldId="258"/>
            <ac:spMk id="3" creationId="{331DC33E-D230-1CDF-12C7-F7731396F90A}"/>
          </ac:spMkLst>
        </pc:spChg>
        <pc:spChg chg="add del">
          <ac:chgData name="Andrew Shaw" userId="S::shawa@dkit.ie::28537ef5-08dc-41d9-a824-760ea520345f" providerId="AD" clId="Web-{473DEF35-2B4B-44EC-BE60-7781259A972A}" dt="2022-10-18T15:01:42.358" v="84"/>
          <ac:spMkLst>
            <pc:docMk/>
            <pc:sldMk cId="1214289252" sldId="258"/>
            <ac:spMk id="9" creationId="{3B5305C3-9940-4541-9DEE-9AE9C3EA60A4}"/>
          </ac:spMkLst>
        </pc:spChg>
        <pc:spChg chg="add del">
          <ac:chgData name="Andrew Shaw" userId="S::shawa@dkit.ie::28537ef5-08dc-41d9-a824-760ea520345f" providerId="AD" clId="Web-{473DEF35-2B4B-44EC-BE60-7781259A972A}" dt="2022-10-18T15:01:42.358" v="84"/>
          <ac:spMkLst>
            <pc:docMk/>
            <pc:sldMk cId="1214289252" sldId="258"/>
            <ac:spMk id="11" creationId="{D41AC345-EF35-499A-B575-4837FEF46AA6}"/>
          </ac:spMkLst>
        </pc:spChg>
        <pc:spChg chg="add del">
          <ac:chgData name="Andrew Shaw" userId="S::shawa@dkit.ie::28537ef5-08dc-41d9-a824-760ea520345f" providerId="AD" clId="Web-{473DEF35-2B4B-44EC-BE60-7781259A972A}" dt="2022-10-18T15:01:42.358" v="84"/>
          <ac:spMkLst>
            <pc:docMk/>
            <pc:sldMk cId="1214289252" sldId="258"/>
            <ac:spMk id="13" creationId="{C071BDA1-F0B0-41DF-BC28-7DDA5D3CD738}"/>
          </ac:spMkLst>
        </pc:spChg>
        <pc:spChg chg="add">
          <ac:chgData name="Andrew Shaw" userId="S::shawa@dkit.ie::28537ef5-08dc-41d9-a824-760ea520345f" providerId="AD" clId="Web-{473DEF35-2B4B-44EC-BE60-7781259A972A}" dt="2022-10-18T15:01:42.358" v="84"/>
          <ac:spMkLst>
            <pc:docMk/>
            <pc:sldMk cId="1214289252" sldId="258"/>
            <ac:spMk id="18" creationId="{19EC5B12-9FF3-41FE-B789-2696F5195F4E}"/>
          </ac:spMkLst>
        </pc:spChg>
        <pc:graphicFrameChg chg="add mod modGraphic">
          <ac:chgData name="Andrew Shaw" userId="S::shawa@dkit.ie::28537ef5-08dc-41d9-a824-760ea520345f" providerId="AD" clId="Web-{473DEF35-2B4B-44EC-BE60-7781259A972A}" dt="2022-10-18T15:01:42.358" v="84"/>
          <ac:graphicFrameMkLst>
            <pc:docMk/>
            <pc:sldMk cId="1214289252" sldId="258"/>
            <ac:graphicFrameMk id="5" creationId="{BDE815A3-B3BA-B9B8-BAF0-AA4FAC81B23B}"/>
          </ac:graphicFrameMkLst>
        </pc:graphicFrameChg>
        <pc:cxnChg chg="add">
          <ac:chgData name="Andrew Shaw" userId="S::shawa@dkit.ie::28537ef5-08dc-41d9-a824-760ea520345f" providerId="AD" clId="Web-{473DEF35-2B4B-44EC-BE60-7781259A972A}" dt="2022-10-18T15:01:42.358" v="84"/>
          <ac:cxnSpMkLst>
            <pc:docMk/>
            <pc:sldMk cId="1214289252" sldId="258"/>
            <ac:cxnSpMk id="20" creationId="{4FCEE13B-EFB1-46F2-BC11-110F05BFB691}"/>
          </ac:cxnSpMkLst>
        </pc:cxnChg>
      </pc:sldChg>
      <pc:sldChg chg="modSp new">
        <pc:chgData name="Andrew Shaw" userId="S::shawa@dkit.ie::28537ef5-08dc-41d9-a824-760ea520345f" providerId="AD" clId="Web-{473DEF35-2B4B-44EC-BE60-7781259A972A}" dt="2022-10-18T15:10:19.544" v="289" actId="20577"/>
        <pc:sldMkLst>
          <pc:docMk/>
          <pc:sldMk cId="3352753915" sldId="259"/>
        </pc:sldMkLst>
        <pc:spChg chg="mod">
          <ac:chgData name="Andrew Shaw" userId="S::shawa@dkit.ie::28537ef5-08dc-41d9-a824-760ea520345f" providerId="AD" clId="Web-{473DEF35-2B4B-44EC-BE60-7781259A972A}" dt="2022-10-18T15:03:15.564" v="93" actId="20577"/>
          <ac:spMkLst>
            <pc:docMk/>
            <pc:sldMk cId="3352753915" sldId="259"/>
            <ac:spMk id="2" creationId="{5C709940-6D6E-46E2-1899-89CF6AD0A953}"/>
          </ac:spMkLst>
        </pc:spChg>
        <pc:spChg chg="mod">
          <ac:chgData name="Andrew Shaw" userId="S::shawa@dkit.ie::28537ef5-08dc-41d9-a824-760ea520345f" providerId="AD" clId="Web-{473DEF35-2B4B-44EC-BE60-7781259A972A}" dt="2022-10-18T15:10:19.544" v="289" actId="20577"/>
          <ac:spMkLst>
            <pc:docMk/>
            <pc:sldMk cId="3352753915" sldId="259"/>
            <ac:spMk id="3" creationId="{3323DFEA-A7F3-2941-DB78-D67DB1012E92}"/>
          </ac:spMkLst>
        </pc:spChg>
      </pc:sldChg>
      <pc:sldMasterChg chg="add addSldLayout">
        <pc:chgData name="Andrew Shaw" userId="S::shawa@dkit.ie::28537ef5-08dc-41d9-a824-760ea520345f" providerId="AD" clId="Web-{473DEF35-2B4B-44EC-BE60-7781259A972A}" dt="2022-10-18T14:55:12.051" v="1"/>
        <pc:sldMasterMkLst>
          <pc:docMk/>
          <pc:sldMasterMk cId="2735419619" sldId="2147483724"/>
        </pc:sldMasterMkLst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474752218" sldId="2147483713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3236548774" sldId="2147483714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3434658479" sldId="2147483715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3219672124" sldId="2147483716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1491818123" sldId="2147483717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2270828738" sldId="2147483718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2809801728" sldId="2147483719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3361533395" sldId="2147483720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2614121052" sldId="2147483721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3753360445" sldId="2147483722"/>
          </pc:sldLayoutMkLst>
        </pc:sldLayoutChg>
        <pc:sldLayoutChg chg="add">
          <pc:chgData name="Andrew Shaw" userId="S::shawa@dkit.ie::28537ef5-08dc-41d9-a824-760ea520345f" providerId="AD" clId="Web-{473DEF35-2B4B-44EC-BE60-7781259A972A}" dt="2022-10-18T14:55:12.051" v="1"/>
          <pc:sldLayoutMkLst>
            <pc:docMk/>
            <pc:sldMasterMk cId="2735419619" sldId="2147483724"/>
            <pc:sldLayoutMk cId="346708613" sldId="214748372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D3CECA-7285-42B6-A815-AD61156A20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3685FC-0BA9-4D98-A07A-64E105A32DE1}">
      <dgm:prSet/>
      <dgm:spPr/>
      <dgm:t>
        <a:bodyPr/>
        <a:lstStyle/>
        <a:p>
          <a:r>
            <a:rPr lang="en-US"/>
            <a:t>Source Control Systems keep all files in a Code 'Repository'.</a:t>
          </a:r>
        </a:p>
      </dgm:t>
    </dgm:pt>
    <dgm:pt modelId="{B8714BB8-18DF-42D3-912E-8726E65C0A67}" type="parTrans" cxnId="{D34C8264-F42D-426A-AA7F-55E0B4AFB952}">
      <dgm:prSet/>
      <dgm:spPr/>
      <dgm:t>
        <a:bodyPr/>
        <a:lstStyle/>
        <a:p>
          <a:endParaRPr lang="en-US"/>
        </a:p>
      </dgm:t>
    </dgm:pt>
    <dgm:pt modelId="{140D3CAE-F50E-420E-A6A3-FA8E631AF6A5}" type="sibTrans" cxnId="{D34C8264-F42D-426A-AA7F-55E0B4AFB952}">
      <dgm:prSet/>
      <dgm:spPr/>
      <dgm:t>
        <a:bodyPr/>
        <a:lstStyle/>
        <a:p>
          <a:endParaRPr lang="en-US"/>
        </a:p>
      </dgm:t>
    </dgm:pt>
    <dgm:pt modelId="{5EBCA820-B3C8-4C8C-9610-B1019379863F}">
      <dgm:prSet/>
      <dgm:spPr/>
      <dgm:t>
        <a:bodyPr/>
        <a:lstStyle/>
        <a:p>
          <a:r>
            <a:rPr lang="en-US"/>
            <a:t>A code repository is a file system which stores all the files </a:t>
          </a:r>
        </a:p>
      </dgm:t>
    </dgm:pt>
    <dgm:pt modelId="{C3541338-E21E-44A4-A339-08A38023A6C0}" type="parTrans" cxnId="{1B6FD498-28DE-4313-B9AB-BDCE85B3133D}">
      <dgm:prSet/>
      <dgm:spPr/>
      <dgm:t>
        <a:bodyPr/>
        <a:lstStyle/>
        <a:p>
          <a:endParaRPr lang="en-US"/>
        </a:p>
      </dgm:t>
    </dgm:pt>
    <dgm:pt modelId="{BBFC4C60-6EEA-43CC-9318-E6164662EBD5}" type="sibTrans" cxnId="{1B6FD498-28DE-4313-B9AB-BDCE85B3133D}">
      <dgm:prSet/>
      <dgm:spPr/>
      <dgm:t>
        <a:bodyPr/>
        <a:lstStyle/>
        <a:p>
          <a:endParaRPr lang="en-US"/>
        </a:p>
      </dgm:t>
    </dgm:pt>
    <dgm:pt modelId="{FC508759-98A2-4947-9B9D-1EF8E55A45B9}">
      <dgm:prSet/>
      <dgm:spPr/>
      <dgm:t>
        <a:bodyPr/>
        <a:lstStyle/>
        <a:p>
          <a:r>
            <a:rPr lang="en-US"/>
            <a:t>The repository also stores every version of each file.</a:t>
          </a:r>
        </a:p>
      </dgm:t>
    </dgm:pt>
    <dgm:pt modelId="{AA02B0BF-0282-44CC-947A-3EEC8D8A08FD}" type="parTrans" cxnId="{8528041C-AD88-4870-8716-8256B75D8ACF}">
      <dgm:prSet/>
      <dgm:spPr/>
      <dgm:t>
        <a:bodyPr/>
        <a:lstStyle/>
        <a:p>
          <a:endParaRPr lang="en-US"/>
        </a:p>
      </dgm:t>
    </dgm:pt>
    <dgm:pt modelId="{5CCB614C-C0C0-408D-9869-F08E1C811C7A}" type="sibTrans" cxnId="{8528041C-AD88-4870-8716-8256B75D8ACF}">
      <dgm:prSet/>
      <dgm:spPr/>
      <dgm:t>
        <a:bodyPr/>
        <a:lstStyle/>
        <a:p>
          <a:endParaRPr lang="en-US"/>
        </a:p>
      </dgm:t>
    </dgm:pt>
    <dgm:pt modelId="{4EB7EE92-8E45-4D26-BF2C-FF3B67DEC5D0}" type="pres">
      <dgm:prSet presAssocID="{A2D3CECA-7285-42B6-A815-AD61156A2004}" presName="linear" presStyleCnt="0">
        <dgm:presLayoutVars>
          <dgm:animLvl val="lvl"/>
          <dgm:resizeHandles val="exact"/>
        </dgm:presLayoutVars>
      </dgm:prSet>
      <dgm:spPr/>
    </dgm:pt>
    <dgm:pt modelId="{403502B4-F202-4AA8-B876-4CEC2B839230}" type="pres">
      <dgm:prSet presAssocID="{B43685FC-0BA9-4D98-A07A-64E105A32DE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A28215-5CA5-4E3A-85AA-AF87B8788BFC}" type="pres">
      <dgm:prSet presAssocID="{140D3CAE-F50E-420E-A6A3-FA8E631AF6A5}" presName="spacer" presStyleCnt="0"/>
      <dgm:spPr/>
    </dgm:pt>
    <dgm:pt modelId="{14E7341D-6C1C-4470-9DC3-5E6425767F8B}" type="pres">
      <dgm:prSet presAssocID="{5EBCA820-B3C8-4C8C-9610-B1019379863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E83BA88-67DD-4FC9-A31A-B3F8F3DEEDBA}" type="pres">
      <dgm:prSet presAssocID="{BBFC4C60-6EEA-43CC-9318-E6164662EBD5}" presName="spacer" presStyleCnt="0"/>
      <dgm:spPr/>
    </dgm:pt>
    <dgm:pt modelId="{E6E1AF40-D0CD-4C2E-AB8D-195F8FACCFB0}" type="pres">
      <dgm:prSet presAssocID="{FC508759-98A2-4947-9B9D-1EF8E55A45B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528041C-AD88-4870-8716-8256B75D8ACF}" srcId="{A2D3CECA-7285-42B6-A815-AD61156A2004}" destId="{FC508759-98A2-4947-9B9D-1EF8E55A45B9}" srcOrd="2" destOrd="0" parTransId="{AA02B0BF-0282-44CC-947A-3EEC8D8A08FD}" sibTransId="{5CCB614C-C0C0-408D-9869-F08E1C811C7A}"/>
    <dgm:cxn modelId="{F1CAA723-2E22-491E-88EA-CDFDC286CFAF}" type="presOf" srcId="{FC508759-98A2-4947-9B9D-1EF8E55A45B9}" destId="{E6E1AF40-D0CD-4C2E-AB8D-195F8FACCFB0}" srcOrd="0" destOrd="0" presId="urn:microsoft.com/office/officeart/2005/8/layout/vList2"/>
    <dgm:cxn modelId="{2BEC0643-ABF9-4272-BB12-561EB35B1F3C}" type="presOf" srcId="{A2D3CECA-7285-42B6-A815-AD61156A2004}" destId="{4EB7EE92-8E45-4D26-BF2C-FF3B67DEC5D0}" srcOrd="0" destOrd="0" presId="urn:microsoft.com/office/officeart/2005/8/layout/vList2"/>
    <dgm:cxn modelId="{D34C8264-F42D-426A-AA7F-55E0B4AFB952}" srcId="{A2D3CECA-7285-42B6-A815-AD61156A2004}" destId="{B43685FC-0BA9-4D98-A07A-64E105A32DE1}" srcOrd="0" destOrd="0" parTransId="{B8714BB8-18DF-42D3-912E-8726E65C0A67}" sibTransId="{140D3CAE-F50E-420E-A6A3-FA8E631AF6A5}"/>
    <dgm:cxn modelId="{99A8C593-8614-41FF-B7A8-F78DED029604}" type="presOf" srcId="{B43685FC-0BA9-4D98-A07A-64E105A32DE1}" destId="{403502B4-F202-4AA8-B876-4CEC2B839230}" srcOrd="0" destOrd="0" presId="urn:microsoft.com/office/officeart/2005/8/layout/vList2"/>
    <dgm:cxn modelId="{F4516096-5DD3-4EDB-B137-650D51DF9E5E}" type="presOf" srcId="{5EBCA820-B3C8-4C8C-9610-B1019379863F}" destId="{14E7341D-6C1C-4470-9DC3-5E6425767F8B}" srcOrd="0" destOrd="0" presId="urn:microsoft.com/office/officeart/2005/8/layout/vList2"/>
    <dgm:cxn modelId="{1B6FD498-28DE-4313-B9AB-BDCE85B3133D}" srcId="{A2D3CECA-7285-42B6-A815-AD61156A2004}" destId="{5EBCA820-B3C8-4C8C-9610-B1019379863F}" srcOrd="1" destOrd="0" parTransId="{C3541338-E21E-44A4-A339-08A38023A6C0}" sibTransId="{BBFC4C60-6EEA-43CC-9318-E6164662EBD5}"/>
    <dgm:cxn modelId="{E1860952-7425-48EA-BBD6-B7D61C77FF3D}" type="presParOf" srcId="{4EB7EE92-8E45-4D26-BF2C-FF3B67DEC5D0}" destId="{403502B4-F202-4AA8-B876-4CEC2B839230}" srcOrd="0" destOrd="0" presId="urn:microsoft.com/office/officeart/2005/8/layout/vList2"/>
    <dgm:cxn modelId="{F87CF100-80F6-43EE-938B-8AA21248D60D}" type="presParOf" srcId="{4EB7EE92-8E45-4D26-BF2C-FF3B67DEC5D0}" destId="{D2A28215-5CA5-4E3A-85AA-AF87B8788BFC}" srcOrd="1" destOrd="0" presId="urn:microsoft.com/office/officeart/2005/8/layout/vList2"/>
    <dgm:cxn modelId="{088DBA71-F522-47E1-B269-9904ABE80062}" type="presParOf" srcId="{4EB7EE92-8E45-4D26-BF2C-FF3B67DEC5D0}" destId="{14E7341D-6C1C-4470-9DC3-5E6425767F8B}" srcOrd="2" destOrd="0" presId="urn:microsoft.com/office/officeart/2005/8/layout/vList2"/>
    <dgm:cxn modelId="{FD120855-8895-4703-BFA7-B036A82EDB9E}" type="presParOf" srcId="{4EB7EE92-8E45-4D26-BF2C-FF3B67DEC5D0}" destId="{0E83BA88-67DD-4FC9-A31A-B3F8F3DEEDBA}" srcOrd="3" destOrd="0" presId="urn:microsoft.com/office/officeart/2005/8/layout/vList2"/>
    <dgm:cxn modelId="{F27A9AA7-6C09-4D37-A9D9-AE7FD01F76DB}" type="presParOf" srcId="{4EB7EE92-8E45-4D26-BF2C-FF3B67DEC5D0}" destId="{E6E1AF40-D0CD-4C2E-AB8D-195F8FACCFB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D3CECA-7285-42B6-A815-AD61156A20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3685FC-0BA9-4D98-A07A-64E105A32DE1}">
      <dgm:prSet/>
      <dgm:spPr/>
      <dgm:t>
        <a:bodyPr/>
        <a:lstStyle/>
        <a:p>
          <a:pPr rtl="0"/>
          <a:r>
            <a:rPr lang="en-US" dirty="0">
              <a:latin typeface="Goudy Old Style"/>
            </a:rPr>
            <a:t>The repository ensures the team can track what changes are being made.</a:t>
          </a:r>
          <a:endParaRPr lang="en-US" dirty="0"/>
        </a:p>
      </dgm:t>
    </dgm:pt>
    <dgm:pt modelId="{B8714BB8-18DF-42D3-912E-8726E65C0A67}" type="parTrans" cxnId="{D34C8264-F42D-426A-AA7F-55E0B4AFB952}">
      <dgm:prSet/>
      <dgm:spPr/>
      <dgm:t>
        <a:bodyPr/>
        <a:lstStyle/>
        <a:p>
          <a:endParaRPr lang="en-US"/>
        </a:p>
      </dgm:t>
    </dgm:pt>
    <dgm:pt modelId="{140D3CAE-F50E-420E-A6A3-FA8E631AF6A5}" type="sibTrans" cxnId="{D34C8264-F42D-426A-AA7F-55E0B4AFB952}">
      <dgm:prSet/>
      <dgm:spPr/>
      <dgm:t>
        <a:bodyPr/>
        <a:lstStyle/>
        <a:p>
          <a:endParaRPr lang="en-US"/>
        </a:p>
      </dgm:t>
    </dgm:pt>
    <dgm:pt modelId="{FC508759-98A2-4947-9B9D-1EF8E55A45B9}">
      <dgm:prSet/>
      <dgm:spPr/>
      <dgm:t>
        <a:bodyPr/>
        <a:lstStyle/>
        <a:p>
          <a:pPr rtl="0"/>
          <a:r>
            <a:rPr lang="en-US" dirty="0">
              <a:latin typeface="Goudy Old Style"/>
            </a:rPr>
            <a:t>The repository can keep a track of different changes that are in progress.</a:t>
          </a:r>
          <a:endParaRPr lang="en-US" dirty="0"/>
        </a:p>
      </dgm:t>
    </dgm:pt>
    <dgm:pt modelId="{AA02B0BF-0282-44CC-947A-3EEC8D8A08FD}" type="parTrans" cxnId="{8528041C-AD88-4870-8716-8256B75D8ACF}">
      <dgm:prSet/>
      <dgm:spPr/>
      <dgm:t>
        <a:bodyPr/>
        <a:lstStyle/>
        <a:p>
          <a:endParaRPr lang="en-US"/>
        </a:p>
      </dgm:t>
    </dgm:pt>
    <dgm:pt modelId="{5CCB614C-C0C0-408D-9869-F08E1C811C7A}" type="sibTrans" cxnId="{8528041C-AD88-4870-8716-8256B75D8ACF}">
      <dgm:prSet/>
      <dgm:spPr/>
      <dgm:t>
        <a:bodyPr/>
        <a:lstStyle/>
        <a:p>
          <a:endParaRPr lang="en-US"/>
        </a:p>
      </dgm:t>
    </dgm:pt>
    <dgm:pt modelId="{1C716E8F-76E3-434E-9D67-0BB888A2A5A4}">
      <dgm:prSet phldr="0"/>
      <dgm:spPr/>
      <dgm:t>
        <a:bodyPr/>
        <a:lstStyle/>
        <a:p>
          <a:pPr rtl="0"/>
          <a:r>
            <a:rPr lang="en-US" dirty="0">
              <a:latin typeface="Goudy Old Style"/>
            </a:rPr>
            <a:t>The purpose of the repository is to share the code base between all the developers.</a:t>
          </a:r>
        </a:p>
      </dgm:t>
    </dgm:pt>
    <dgm:pt modelId="{9A8F01EB-C20E-404E-BC1C-4643A732B351}" type="parTrans" cxnId="{8D91038A-3107-4134-A13B-45543BBF35A9}">
      <dgm:prSet/>
      <dgm:spPr/>
    </dgm:pt>
    <dgm:pt modelId="{E3A7CA3A-B2FD-421C-91DF-B5164AC1B7AD}" type="sibTrans" cxnId="{8D91038A-3107-4134-A13B-45543BBF35A9}">
      <dgm:prSet/>
      <dgm:spPr/>
    </dgm:pt>
    <dgm:pt modelId="{4EB7EE92-8E45-4D26-BF2C-FF3B67DEC5D0}" type="pres">
      <dgm:prSet presAssocID="{A2D3CECA-7285-42B6-A815-AD61156A2004}" presName="linear" presStyleCnt="0">
        <dgm:presLayoutVars>
          <dgm:animLvl val="lvl"/>
          <dgm:resizeHandles val="exact"/>
        </dgm:presLayoutVars>
      </dgm:prSet>
      <dgm:spPr/>
    </dgm:pt>
    <dgm:pt modelId="{1141DA81-400D-4121-9987-4ECD7E235C37}" type="pres">
      <dgm:prSet presAssocID="{1C716E8F-76E3-434E-9D67-0BB888A2A5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2C6F30-29BD-4718-81BB-9A52FD998483}" type="pres">
      <dgm:prSet presAssocID="{E3A7CA3A-B2FD-421C-91DF-B5164AC1B7AD}" presName="spacer" presStyleCnt="0"/>
      <dgm:spPr/>
    </dgm:pt>
    <dgm:pt modelId="{403502B4-F202-4AA8-B876-4CEC2B839230}" type="pres">
      <dgm:prSet presAssocID="{B43685FC-0BA9-4D98-A07A-64E105A32D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2A28215-5CA5-4E3A-85AA-AF87B8788BFC}" type="pres">
      <dgm:prSet presAssocID="{140D3CAE-F50E-420E-A6A3-FA8E631AF6A5}" presName="spacer" presStyleCnt="0"/>
      <dgm:spPr/>
    </dgm:pt>
    <dgm:pt modelId="{E6E1AF40-D0CD-4C2E-AB8D-195F8FACCFB0}" type="pres">
      <dgm:prSet presAssocID="{FC508759-98A2-4947-9B9D-1EF8E55A45B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E7E70C-0FA2-4583-A10E-A1B9A7F2F0A5}" type="presOf" srcId="{B43685FC-0BA9-4D98-A07A-64E105A32DE1}" destId="{403502B4-F202-4AA8-B876-4CEC2B839230}" srcOrd="0" destOrd="0" presId="urn:microsoft.com/office/officeart/2005/8/layout/vList2"/>
    <dgm:cxn modelId="{8528041C-AD88-4870-8716-8256B75D8ACF}" srcId="{A2D3CECA-7285-42B6-A815-AD61156A2004}" destId="{FC508759-98A2-4947-9B9D-1EF8E55A45B9}" srcOrd="2" destOrd="0" parTransId="{AA02B0BF-0282-44CC-947A-3EEC8D8A08FD}" sibTransId="{5CCB614C-C0C0-408D-9869-F08E1C811C7A}"/>
    <dgm:cxn modelId="{2BEC0643-ABF9-4272-BB12-561EB35B1F3C}" type="presOf" srcId="{A2D3CECA-7285-42B6-A815-AD61156A2004}" destId="{4EB7EE92-8E45-4D26-BF2C-FF3B67DEC5D0}" srcOrd="0" destOrd="0" presId="urn:microsoft.com/office/officeart/2005/8/layout/vList2"/>
    <dgm:cxn modelId="{D34C8264-F42D-426A-AA7F-55E0B4AFB952}" srcId="{A2D3CECA-7285-42B6-A815-AD61156A2004}" destId="{B43685FC-0BA9-4D98-A07A-64E105A32DE1}" srcOrd="1" destOrd="0" parTransId="{B8714BB8-18DF-42D3-912E-8726E65C0A67}" sibTransId="{140D3CAE-F50E-420E-A6A3-FA8E631AF6A5}"/>
    <dgm:cxn modelId="{8D91038A-3107-4134-A13B-45543BBF35A9}" srcId="{A2D3CECA-7285-42B6-A815-AD61156A2004}" destId="{1C716E8F-76E3-434E-9D67-0BB888A2A5A4}" srcOrd="0" destOrd="0" parTransId="{9A8F01EB-C20E-404E-BC1C-4643A732B351}" sibTransId="{E3A7CA3A-B2FD-421C-91DF-B5164AC1B7AD}"/>
    <dgm:cxn modelId="{D53EB98D-F62B-40F4-B5C4-F99A78381BC1}" type="presOf" srcId="{FC508759-98A2-4947-9B9D-1EF8E55A45B9}" destId="{E6E1AF40-D0CD-4C2E-AB8D-195F8FACCFB0}" srcOrd="0" destOrd="0" presId="urn:microsoft.com/office/officeart/2005/8/layout/vList2"/>
    <dgm:cxn modelId="{8A5A94F6-66D6-4DD0-98DD-D8A3FF3838FB}" type="presOf" srcId="{1C716E8F-76E3-434E-9D67-0BB888A2A5A4}" destId="{1141DA81-400D-4121-9987-4ECD7E235C37}" srcOrd="0" destOrd="0" presId="urn:microsoft.com/office/officeart/2005/8/layout/vList2"/>
    <dgm:cxn modelId="{1869E99D-80CA-4311-B498-A41B5ABA7C0C}" type="presParOf" srcId="{4EB7EE92-8E45-4D26-BF2C-FF3B67DEC5D0}" destId="{1141DA81-400D-4121-9987-4ECD7E235C37}" srcOrd="0" destOrd="0" presId="urn:microsoft.com/office/officeart/2005/8/layout/vList2"/>
    <dgm:cxn modelId="{9C43FB02-C1B2-4AA2-96A1-D17073197338}" type="presParOf" srcId="{4EB7EE92-8E45-4D26-BF2C-FF3B67DEC5D0}" destId="{1A2C6F30-29BD-4718-81BB-9A52FD998483}" srcOrd="1" destOrd="0" presId="urn:microsoft.com/office/officeart/2005/8/layout/vList2"/>
    <dgm:cxn modelId="{3283ED16-4696-42DB-B479-2E60930DEA17}" type="presParOf" srcId="{4EB7EE92-8E45-4D26-BF2C-FF3B67DEC5D0}" destId="{403502B4-F202-4AA8-B876-4CEC2B839230}" srcOrd="2" destOrd="0" presId="urn:microsoft.com/office/officeart/2005/8/layout/vList2"/>
    <dgm:cxn modelId="{A325D1A2-DF8F-4BE7-9383-4070B2E702F3}" type="presParOf" srcId="{4EB7EE92-8E45-4D26-BF2C-FF3B67DEC5D0}" destId="{D2A28215-5CA5-4E3A-85AA-AF87B8788BFC}" srcOrd="3" destOrd="0" presId="urn:microsoft.com/office/officeart/2005/8/layout/vList2"/>
    <dgm:cxn modelId="{116ECB3A-0912-4721-8EF9-339D99EBBE94}" type="presParOf" srcId="{4EB7EE92-8E45-4D26-BF2C-FF3B67DEC5D0}" destId="{E6E1AF40-D0CD-4C2E-AB8D-195F8FACCFB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7BB6A1-623B-4A26-95E1-62AC0ECA356C}" type="doc">
      <dgm:prSet loTypeId="urn:microsoft.com/office/officeart/2005/8/layout/vProcess5" loCatId="process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51D978D-A814-4E4A-9652-4863073FBE87}">
      <dgm:prSet/>
      <dgm:spPr/>
      <dgm:t>
        <a:bodyPr/>
        <a:lstStyle/>
        <a:p>
          <a:pPr rtl="0"/>
          <a:r>
            <a:rPr lang="en-US" dirty="0"/>
            <a:t>When a new developer starts on the project they can</a:t>
          </a:r>
          <a:r>
            <a:rPr lang="en-US" dirty="0">
              <a:latin typeface="Calibri Light" panose="020F0302020204030204"/>
            </a:rPr>
            <a:t> "</a:t>
          </a:r>
          <a:r>
            <a:rPr lang="en-US" dirty="0"/>
            <a:t>pull</a:t>
          </a:r>
          <a:r>
            <a:rPr lang="en-US" dirty="0">
              <a:latin typeface="Calibri Light" panose="020F0302020204030204"/>
            </a:rPr>
            <a:t>"</a:t>
          </a:r>
          <a:r>
            <a:rPr lang="en-US" dirty="0"/>
            <a:t> all the files from the repository in order to build the application.</a:t>
          </a:r>
        </a:p>
      </dgm:t>
    </dgm:pt>
    <dgm:pt modelId="{DF7BFCFF-4D12-4019-B4B3-A9C71C5ED7B9}" type="parTrans" cxnId="{264E5F91-D31F-4A50-A5DF-029DBDE39427}">
      <dgm:prSet/>
      <dgm:spPr/>
      <dgm:t>
        <a:bodyPr/>
        <a:lstStyle/>
        <a:p>
          <a:endParaRPr lang="en-US"/>
        </a:p>
      </dgm:t>
    </dgm:pt>
    <dgm:pt modelId="{55B11808-8227-4A60-92D8-C9AC13E78B76}" type="sibTrans" cxnId="{264E5F91-D31F-4A50-A5DF-029DBDE39427}">
      <dgm:prSet/>
      <dgm:spPr/>
      <dgm:t>
        <a:bodyPr/>
        <a:lstStyle/>
        <a:p>
          <a:endParaRPr lang="en-US"/>
        </a:p>
      </dgm:t>
    </dgm:pt>
    <dgm:pt modelId="{687AFF76-37DD-4474-A088-9B46FBAC75E1}">
      <dgm:prSet/>
      <dgm:spPr/>
      <dgm:t>
        <a:bodyPr/>
        <a:lstStyle/>
        <a:p>
          <a:pPr rtl="0"/>
          <a:r>
            <a:rPr lang="en-US" dirty="0"/>
            <a:t>The developer </a:t>
          </a:r>
          <a:r>
            <a:rPr lang="en-US" dirty="0">
              <a:latin typeface="Calibri Light" panose="020F0302020204030204"/>
            </a:rPr>
            <a:t>can then start making changes to the code, either adding new files or updating existing files.</a:t>
          </a:r>
          <a:endParaRPr lang="en-US" dirty="0"/>
        </a:p>
      </dgm:t>
    </dgm:pt>
    <dgm:pt modelId="{0EF2F334-268A-43CA-9FDB-C86FF5A857F2}" type="parTrans" cxnId="{D5F627BF-704D-465B-B53F-4ECB25A61789}">
      <dgm:prSet/>
      <dgm:spPr/>
      <dgm:t>
        <a:bodyPr/>
        <a:lstStyle/>
        <a:p>
          <a:endParaRPr lang="en-US"/>
        </a:p>
      </dgm:t>
    </dgm:pt>
    <dgm:pt modelId="{0DAA0DF2-8FF5-4331-A8B3-28397B69882E}" type="sibTrans" cxnId="{D5F627BF-704D-465B-B53F-4ECB25A61789}">
      <dgm:prSet/>
      <dgm:spPr/>
      <dgm:t>
        <a:bodyPr/>
        <a:lstStyle/>
        <a:p>
          <a:endParaRPr lang="en-US"/>
        </a:p>
      </dgm:t>
    </dgm:pt>
    <dgm:pt modelId="{5B4A0FCC-D70E-44F6-963E-EBD977433CCD}" type="pres">
      <dgm:prSet presAssocID="{4C7BB6A1-623B-4A26-95E1-62AC0ECA356C}" presName="outerComposite" presStyleCnt="0">
        <dgm:presLayoutVars>
          <dgm:chMax val="5"/>
          <dgm:dir/>
          <dgm:resizeHandles val="exact"/>
        </dgm:presLayoutVars>
      </dgm:prSet>
      <dgm:spPr/>
    </dgm:pt>
    <dgm:pt modelId="{42183481-3864-46C3-9997-83CAD7C13209}" type="pres">
      <dgm:prSet presAssocID="{4C7BB6A1-623B-4A26-95E1-62AC0ECA356C}" presName="dummyMaxCanvas" presStyleCnt="0">
        <dgm:presLayoutVars/>
      </dgm:prSet>
      <dgm:spPr/>
    </dgm:pt>
    <dgm:pt modelId="{228DC315-BDD2-4F90-A3E9-ED9615BD4241}" type="pres">
      <dgm:prSet presAssocID="{4C7BB6A1-623B-4A26-95E1-62AC0ECA356C}" presName="TwoNodes_1" presStyleLbl="node1" presStyleIdx="0" presStyleCnt="2">
        <dgm:presLayoutVars>
          <dgm:bulletEnabled val="1"/>
        </dgm:presLayoutVars>
      </dgm:prSet>
      <dgm:spPr/>
    </dgm:pt>
    <dgm:pt modelId="{D8A12901-3E5A-4AD9-B8D0-E49949F4420D}" type="pres">
      <dgm:prSet presAssocID="{4C7BB6A1-623B-4A26-95E1-62AC0ECA356C}" presName="TwoNodes_2" presStyleLbl="node1" presStyleIdx="1" presStyleCnt="2">
        <dgm:presLayoutVars>
          <dgm:bulletEnabled val="1"/>
        </dgm:presLayoutVars>
      </dgm:prSet>
      <dgm:spPr/>
    </dgm:pt>
    <dgm:pt modelId="{63B46919-6EFF-456B-AFBC-60380573BC8B}" type="pres">
      <dgm:prSet presAssocID="{4C7BB6A1-623B-4A26-95E1-62AC0ECA356C}" presName="TwoConn_1-2" presStyleLbl="fgAccFollowNode1" presStyleIdx="0" presStyleCnt="1">
        <dgm:presLayoutVars>
          <dgm:bulletEnabled val="1"/>
        </dgm:presLayoutVars>
      </dgm:prSet>
      <dgm:spPr/>
    </dgm:pt>
    <dgm:pt modelId="{0A4A5C86-F43C-4DC2-B217-0A5368E36739}" type="pres">
      <dgm:prSet presAssocID="{4C7BB6A1-623B-4A26-95E1-62AC0ECA356C}" presName="TwoNodes_1_text" presStyleLbl="node1" presStyleIdx="1" presStyleCnt="2">
        <dgm:presLayoutVars>
          <dgm:bulletEnabled val="1"/>
        </dgm:presLayoutVars>
      </dgm:prSet>
      <dgm:spPr/>
    </dgm:pt>
    <dgm:pt modelId="{8680C6E8-4289-4351-B2E3-7F0E1F9B6628}" type="pres">
      <dgm:prSet presAssocID="{4C7BB6A1-623B-4A26-95E1-62AC0ECA356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D9E1E906-63BA-411A-88F0-61204AAD712E}" type="presOf" srcId="{F51D978D-A814-4E4A-9652-4863073FBE87}" destId="{228DC315-BDD2-4F90-A3E9-ED9615BD4241}" srcOrd="0" destOrd="0" presId="urn:microsoft.com/office/officeart/2005/8/layout/vProcess5"/>
    <dgm:cxn modelId="{BD66D607-057E-488D-838F-F212676BC991}" type="presOf" srcId="{687AFF76-37DD-4474-A088-9B46FBAC75E1}" destId="{8680C6E8-4289-4351-B2E3-7F0E1F9B6628}" srcOrd="1" destOrd="0" presId="urn:microsoft.com/office/officeart/2005/8/layout/vProcess5"/>
    <dgm:cxn modelId="{A4644D27-5405-46A6-9E8B-7B680521A1AE}" type="presOf" srcId="{687AFF76-37DD-4474-A088-9B46FBAC75E1}" destId="{D8A12901-3E5A-4AD9-B8D0-E49949F4420D}" srcOrd="0" destOrd="0" presId="urn:microsoft.com/office/officeart/2005/8/layout/vProcess5"/>
    <dgm:cxn modelId="{8AB0665D-8690-4679-AF8D-E6AC51364008}" type="presOf" srcId="{55B11808-8227-4A60-92D8-C9AC13E78B76}" destId="{63B46919-6EFF-456B-AFBC-60380573BC8B}" srcOrd="0" destOrd="0" presId="urn:microsoft.com/office/officeart/2005/8/layout/vProcess5"/>
    <dgm:cxn modelId="{04C7E85D-6777-4234-9901-7187700D574B}" type="presOf" srcId="{F51D978D-A814-4E4A-9652-4863073FBE87}" destId="{0A4A5C86-F43C-4DC2-B217-0A5368E36739}" srcOrd="1" destOrd="0" presId="urn:microsoft.com/office/officeart/2005/8/layout/vProcess5"/>
    <dgm:cxn modelId="{264E5F91-D31F-4A50-A5DF-029DBDE39427}" srcId="{4C7BB6A1-623B-4A26-95E1-62AC0ECA356C}" destId="{F51D978D-A814-4E4A-9652-4863073FBE87}" srcOrd="0" destOrd="0" parTransId="{DF7BFCFF-4D12-4019-B4B3-A9C71C5ED7B9}" sibTransId="{55B11808-8227-4A60-92D8-C9AC13E78B76}"/>
    <dgm:cxn modelId="{D5F627BF-704D-465B-B53F-4ECB25A61789}" srcId="{4C7BB6A1-623B-4A26-95E1-62AC0ECA356C}" destId="{687AFF76-37DD-4474-A088-9B46FBAC75E1}" srcOrd="1" destOrd="0" parTransId="{0EF2F334-268A-43CA-9FDB-C86FF5A857F2}" sibTransId="{0DAA0DF2-8FF5-4331-A8B3-28397B69882E}"/>
    <dgm:cxn modelId="{A09BBDC5-9799-4F3E-8B0A-0136DEFAE85C}" type="presOf" srcId="{4C7BB6A1-623B-4A26-95E1-62AC0ECA356C}" destId="{5B4A0FCC-D70E-44F6-963E-EBD977433CCD}" srcOrd="0" destOrd="0" presId="urn:microsoft.com/office/officeart/2005/8/layout/vProcess5"/>
    <dgm:cxn modelId="{48A86EDA-B015-4D8F-9423-F6323D15B2CC}" type="presParOf" srcId="{5B4A0FCC-D70E-44F6-963E-EBD977433CCD}" destId="{42183481-3864-46C3-9997-83CAD7C13209}" srcOrd="0" destOrd="0" presId="urn:microsoft.com/office/officeart/2005/8/layout/vProcess5"/>
    <dgm:cxn modelId="{3E8CB826-0EEC-477F-AF90-F7A5DCADF718}" type="presParOf" srcId="{5B4A0FCC-D70E-44F6-963E-EBD977433CCD}" destId="{228DC315-BDD2-4F90-A3E9-ED9615BD4241}" srcOrd="1" destOrd="0" presId="urn:microsoft.com/office/officeart/2005/8/layout/vProcess5"/>
    <dgm:cxn modelId="{E49F3FA4-CBF9-46F6-A89C-9C45780D316F}" type="presParOf" srcId="{5B4A0FCC-D70E-44F6-963E-EBD977433CCD}" destId="{D8A12901-3E5A-4AD9-B8D0-E49949F4420D}" srcOrd="2" destOrd="0" presId="urn:microsoft.com/office/officeart/2005/8/layout/vProcess5"/>
    <dgm:cxn modelId="{D8805AF7-AB67-4726-8A8A-64AE26641336}" type="presParOf" srcId="{5B4A0FCC-D70E-44F6-963E-EBD977433CCD}" destId="{63B46919-6EFF-456B-AFBC-60380573BC8B}" srcOrd="3" destOrd="0" presId="urn:microsoft.com/office/officeart/2005/8/layout/vProcess5"/>
    <dgm:cxn modelId="{87AA7661-0B51-4704-BED3-111585EAA9CB}" type="presParOf" srcId="{5B4A0FCC-D70E-44F6-963E-EBD977433CCD}" destId="{0A4A5C86-F43C-4DC2-B217-0A5368E36739}" srcOrd="4" destOrd="0" presId="urn:microsoft.com/office/officeart/2005/8/layout/vProcess5"/>
    <dgm:cxn modelId="{DE3127C4-09D3-4331-9666-B0F3BCF09D2E}" type="presParOf" srcId="{5B4A0FCC-D70E-44F6-963E-EBD977433CCD}" destId="{8680C6E8-4289-4351-B2E3-7F0E1F9B6628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7BB6A1-623B-4A26-95E1-62AC0ECA356C}" type="doc">
      <dgm:prSet loTypeId="urn:microsoft.com/office/officeart/2005/8/layout/vProcess5" loCatId="process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566D86E6-2164-4466-857C-F369F7DEECB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/>
            <a:t>When a developer has completed their own changes (and tested them) they can add</a:t>
          </a:r>
          <a:r>
            <a:rPr lang="en-US" dirty="0">
              <a:latin typeface="Calibri Light" panose="020F0302020204030204"/>
            </a:rPr>
            <a:t> or "commit"</a:t>
          </a:r>
          <a:r>
            <a:rPr lang="en-US" dirty="0"/>
            <a:t> </a:t>
          </a:r>
          <a:r>
            <a:rPr lang="en-US" dirty="0">
              <a:latin typeface="Calibri Light" panose="020F0302020204030204"/>
            </a:rPr>
            <a:t>their </a:t>
          </a:r>
          <a:r>
            <a:rPr lang="en-US" dirty="0"/>
            <a:t>changes</a:t>
          </a:r>
          <a:r>
            <a:rPr lang="en-US" dirty="0">
              <a:latin typeface="Calibri Light" panose="020F0302020204030204"/>
            </a:rPr>
            <a:t>.</a:t>
          </a:r>
          <a:endParaRPr lang="en-US" dirty="0"/>
        </a:p>
      </dgm:t>
    </dgm:pt>
    <dgm:pt modelId="{C599CEA6-A3E2-42EF-B475-7842D258A557}" type="parTrans" cxnId="{DFF3DD6F-64A8-4EBC-A05A-B50F26B5E54B}">
      <dgm:prSet/>
      <dgm:spPr/>
    </dgm:pt>
    <dgm:pt modelId="{4E0506E0-73E1-47DE-97FB-E586287CC13B}" type="sibTrans" cxnId="{DFF3DD6F-64A8-4EBC-A05A-B50F26B5E54B}">
      <dgm:prSet/>
      <dgm:spPr/>
      <dgm:t>
        <a:bodyPr/>
        <a:lstStyle/>
        <a:p>
          <a:endParaRPr lang="en-US"/>
        </a:p>
      </dgm:t>
    </dgm:pt>
    <dgm:pt modelId="{FBF37391-811E-41A8-BB6C-80BD705FF90E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The committed change can then be added (or "pushed") back into the code repository.</a:t>
          </a:r>
        </a:p>
      </dgm:t>
    </dgm:pt>
    <dgm:pt modelId="{2C341503-163C-4E9C-9DB9-D5277C4C5A99}" type="parTrans" cxnId="{A340C8CE-C5F3-405A-96C3-2331526FAEB6}">
      <dgm:prSet/>
      <dgm:spPr/>
    </dgm:pt>
    <dgm:pt modelId="{54AE6307-CF3F-4B51-976A-8FF960C43A6E}" type="sibTrans" cxnId="{A340C8CE-C5F3-405A-96C3-2331526FAEB6}">
      <dgm:prSet/>
      <dgm:spPr/>
      <dgm:t>
        <a:bodyPr/>
        <a:lstStyle/>
        <a:p>
          <a:endParaRPr lang="en-US"/>
        </a:p>
      </dgm:t>
    </dgm:pt>
    <dgm:pt modelId="{5B4A0FCC-D70E-44F6-963E-EBD977433CCD}" type="pres">
      <dgm:prSet presAssocID="{4C7BB6A1-623B-4A26-95E1-62AC0ECA356C}" presName="outerComposite" presStyleCnt="0">
        <dgm:presLayoutVars>
          <dgm:chMax val="5"/>
          <dgm:dir/>
          <dgm:resizeHandles val="exact"/>
        </dgm:presLayoutVars>
      </dgm:prSet>
      <dgm:spPr/>
    </dgm:pt>
    <dgm:pt modelId="{42183481-3864-46C3-9997-83CAD7C13209}" type="pres">
      <dgm:prSet presAssocID="{4C7BB6A1-623B-4A26-95E1-62AC0ECA356C}" presName="dummyMaxCanvas" presStyleCnt="0">
        <dgm:presLayoutVars/>
      </dgm:prSet>
      <dgm:spPr/>
    </dgm:pt>
    <dgm:pt modelId="{E0BE35E1-7AB5-4E31-8136-8407BF68705A}" type="pres">
      <dgm:prSet presAssocID="{4C7BB6A1-623B-4A26-95E1-62AC0ECA356C}" presName="TwoNodes_1" presStyleLbl="node1" presStyleIdx="0" presStyleCnt="2">
        <dgm:presLayoutVars>
          <dgm:bulletEnabled val="1"/>
        </dgm:presLayoutVars>
      </dgm:prSet>
      <dgm:spPr/>
    </dgm:pt>
    <dgm:pt modelId="{608FEF79-D8FE-4916-9E5F-6BCB4B4FBFAB}" type="pres">
      <dgm:prSet presAssocID="{4C7BB6A1-623B-4A26-95E1-62AC0ECA356C}" presName="TwoNodes_2" presStyleLbl="node1" presStyleIdx="1" presStyleCnt="2">
        <dgm:presLayoutVars>
          <dgm:bulletEnabled val="1"/>
        </dgm:presLayoutVars>
      </dgm:prSet>
      <dgm:spPr/>
    </dgm:pt>
    <dgm:pt modelId="{68A28574-89F7-4632-BBBA-AF7695F00834}" type="pres">
      <dgm:prSet presAssocID="{4C7BB6A1-623B-4A26-95E1-62AC0ECA356C}" presName="TwoConn_1-2" presStyleLbl="fgAccFollowNode1" presStyleIdx="0" presStyleCnt="1">
        <dgm:presLayoutVars>
          <dgm:bulletEnabled val="1"/>
        </dgm:presLayoutVars>
      </dgm:prSet>
      <dgm:spPr/>
    </dgm:pt>
    <dgm:pt modelId="{C6FB72C1-28A3-4ABE-839E-B07DA1D0BB7D}" type="pres">
      <dgm:prSet presAssocID="{4C7BB6A1-623B-4A26-95E1-62AC0ECA356C}" presName="TwoNodes_1_text" presStyleLbl="node1" presStyleIdx="1" presStyleCnt="2">
        <dgm:presLayoutVars>
          <dgm:bulletEnabled val="1"/>
        </dgm:presLayoutVars>
      </dgm:prSet>
      <dgm:spPr/>
    </dgm:pt>
    <dgm:pt modelId="{9272CCF3-23E2-489D-99FA-FD4F8D722351}" type="pres">
      <dgm:prSet presAssocID="{4C7BB6A1-623B-4A26-95E1-62AC0ECA356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CFE47227-7908-429F-96A0-44EF1882542E}" type="presOf" srcId="{FBF37391-811E-41A8-BB6C-80BD705FF90E}" destId="{608FEF79-D8FE-4916-9E5F-6BCB4B4FBFAB}" srcOrd="0" destOrd="0" presId="urn:microsoft.com/office/officeart/2005/8/layout/vProcess5"/>
    <dgm:cxn modelId="{179DC44B-FD26-4D19-8278-0B3CFBBAD5D1}" type="presOf" srcId="{566D86E6-2164-4466-857C-F369F7DEECBE}" destId="{C6FB72C1-28A3-4ABE-839E-B07DA1D0BB7D}" srcOrd="1" destOrd="0" presId="urn:microsoft.com/office/officeart/2005/8/layout/vProcess5"/>
    <dgm:cxn modelId="{DFF3DD6F-64A8-4EBC-A05A-B50F26B5E54B}" srcId="{4C7BB6A1-623B-4A26-95E1-62AC0ECA356C}" destId="{566D86E6-2164-4466-857C-F369F7DEECBE}" srcOrd="0" destOrd="0" parTransId="{C599CEA6-A3E2-42EF-B475-7842D258A557}" sibTransId="{4E0506E0-73E1-47DE-97FB-E586287CC13B}"/>
    <dgm:cxn modelId="{7CC9D979-FD38-479F-8958-1E49FFA9CE4A}" type="presOf" srcId="{FBF37391-811E-41A8-BB6C-80BD705FF90E}" destId="{9272CCF3-23E2-489D-99FA-FD4F8D722351}" srcOrd="1" destOrd="0" presId="urn:microsoft.com/office/officeart/2005/8/layout/vProcess5"/>
    <dgm:cxn modelId="{A09BBDC5-9799-4F3E-8B0A-0136DEFAE85C}" type="presOf" srcId="{4C7BB6A1-623B-4A26-95E1-62AC0ECA356C}" destId="{5B4A0FCC-D70E-44F6-963E-EBD977433CCD}" srcOrd="0" destOrd="0" presId="urn:microsoft.com/office/officeart/2005/8/layout/vProcess5"/>
    <dgm:cxn modelId="{14EECDC9-FDC8-4908-9402-46B1CC8D1926}" type="presOf" srcId="{566D86E6-2164-4466-857C-F369F7DEECBE}" destId="{E0BE35E1-7AB5-4E31-8136-8407BF68705A}" srcOrd="0" destOrd="0" presId="urn:microsoft.com/office/officeart/2005/8/layout/vProcess5"/>
    <dgm:cxn modelId="{A340C8CE-C5F3-405A-96C3-2331526FAEB6}" srcId="{4C7BB6A1-623B-4A26-95E1-62AC0ECA356C}" destId="{FBF37391-811E-41A8-BB6C-80BD705FF90E}" srcOrd="1" destOrd="0" parTransId="{2C341503-163C-4E9C-9DB9-D5277C4C5A99}" sibTransId="{54AE6307-CF3F-4B51-976A-8FF960C43A6E}"/>
    <dgm:cxn modelId="{62C07ED3-5272-477E-AA17-A4F9BDEEFFFB}" type="presOf" srcId="{4E0506E0-73E1-47DE-97FB-E586287CC13B}" destId="{68A28574-89F7-4632-BBBA-AF7695F00834}" srcOrd="0" destOrd="0" presId="urn:microsoft.com/office/officeart/2005/8/layout/vProcess5"/>
    <dgm:cxn modelId="{CBE05584-C843-42D2-9508-62E135D701ED}" type="presParOf" srcId="{5B4A0FCC-D70E-44F6-963E-EBD977433CCD}" destId="{42183481-3864-46C3-9997-83CAD7C13209}" srcOrd="0" destOrd="0" presId="urn:microsoft.com/office/officeart/2005/8/layout/vProcess5"/>
    <dgm:cxn modelId="{82C56B30-2E80-4A75-87D0-F9E5A7C474D9}" type="presParOf" srcId="{5B4A0FCC-D70E-44F6-963E-EBD977433CCD}" destId="{E0BE35E1-7AB5-4E31-8136-8407BF68705A}" srcOrd="1" destOrd="0" presId="urn:microsoft.com/office/officeart/2005/8/layout/vProcess5"/>
    <dgm:cxn modelId="{3685CD41-7241-4977-83E4-A5EDCCCD038F}" type="presParOf" srcId="{5B4A0FCC-D70E-44F6-963E-EBD977433CCD}" destId="{608FEF79-D8FE-4916-9E5F-6BCB4B4FBFAB}" srcOrd="2" destOrd="0" presId="urn:microsoft.com/office/officeart/2005/8/layout/vProcess5"/>
    <dgm:cxn modelId="{E62EAB9B-D91C-4B97-8578-097A91FB7225}" type="presParOf" srcId="{5B4A0FCC-D70E-44F6-963E-EBD977433CCD}" destId="{68A28574-89F7-4632-BBBA-AF7695F00834}" srcOrd="3" destOrd="0" presId="urn:microsoft.com/office/officeart/2005/8/layout/vProcess5"/>
    <dgm:cxn modelId="{9DB0F6F0-D755-4F0E-B8BE-E74850A50E0B}" type="presParOf" srcId="{5B4A0FCC-D70E-44F6-963E-EBD977433CCD}" destId="{C6FB72C1-28A3-4ABE-839E-B07DA1D0BB7D}" srcOrd="4" destOrd="0" presId="urn:microsoft.com/office/officeart/2005/8/layout/vProcess5"/>
    <dgm:cxn modelId="{02228820-4467-410E-AF16-38DCBBD77E5E}" type="presParOf" srcId="{5B4A0FCC-D70E-44F6-963E-EBD977433CCD}" destId="{9272CCF3-23E2-489D-99FA-FD4F8D722351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502B4-F202-4AA8-B876-4CEC2B839230}">
      <dsp:nvSpPr>
        <dsp:cNvPr id="0" name=""/>
        <dsp:cNvSpPr/>
      </dsp:nvSpPr>
      <dsp:spPr>
        <a:xfrm>
          <a:off x="0" y="424143"/>
          <a:ext cx="6024561" cy="12899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Source Control Systems keep all files in a Code 'Repository'.</a:t>
          </a:r>
        </a:p>
      </dsp:txBody>
      <dsp:txXfrm>
        <a:off x="62969" y="487112"/>
        <a:ext cx="5898623" cy="1163987"/>
      </dsp:txXfrm>
    </dsp:sp>
    <dsp:sp modelId="{14E7341D-6C1C-4470-9DC3-5E6425767F8B}">
      <dsp:nvSpPr>
        <dsp:cNvPr id="0" name=""/>
        <dsp:cNvSpPr/>
      </dsp:nvSpPr>
      <dsp:spPr>
        <a:xfrm>
          <a:off x="0" y="1814868"/>
          <a:ext cx="6024561" cy="1289925"/>
        </a:xfrm>
        <a:prstGeom prst="roundRect">
          <a:avLst/>
        </a:prstGeom>
        <a:solidFill>
          <a:schemeClr val="accent2">
            <a:hueOff val="748648"/>
            <a:satOff val="314"/>
            <a:lumOff val="3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 code repository is a file system which stores all the files </a:t>
          </a:r>
        </a:p>
      </dsp:txBody>
      <dsp:txXfrm>
        <a:off x="62969" y="1877837"/>
        <a:ext cx="5898623" cy="1163987"/>
      </dsp:txXfrm>
    </dsp:sp>
    <dsp:sp modelId="{E6E1AF40-D0CD-4C2E-AB8D-195F8FACCFB0}">
      <dsp:nvSpPr>
        <dsp:cNvPr id="0" name=""/>
        <dsp:cNvSpPr/>
      </dsp:nvSpPr>
      <dsp:spPr>
        <a:xfrm>
          <a:off x="0" y="3205593"/>
          <a:ext cx="6024561" cy="1289925"/>
        </a:xfrm>
        <a:prstGeom prst="roundRect">
          <a:avLst/>
        </a:prstGeom>
        <a:solidFill>
          <a:schemeClr val="accent2">
            <a:hueOff val="1497296"/>
            <a:satOff val="628"/>
            <a:lumOff val="64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The repository also stores every version of each file.</a:t>
          </a:r>
        </a:p>
      </dsp:txBody>
      <dsp:txXfrm>
        <a:off x="62969" y="3268562"/>
        <a:ext cx="5898623" cy="11639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1DA81-400D-4121-9987-4ECD7E235C37}">
      <dsp:nvSpPr>
        <dsp:cNvPr id="0" name=""/>
        <dsp:cNvSpPr/>
      </dsp:nvSpPr>
      <dsp:spPr>
        <a:xfrm>
          <a:off x="0" y="56831"/>
          <a:ext cx="6024561" cy="1544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Goudy Old Style"/>
            </a:rPr>
            <a:t>The purpose of the repository is to share the code base between all the developers.</a:t>
          </a:r>
        </a:p>
      </dsp:txBody>
      <dsp:txXfrm>
        <a:off x="75391" y="132222"/>
        <a:ext cx="5873779" cy="1393618"/>
      </dsp:txXfrm>
    </dsp:sp>
    <dsp:sp modelId="{403502B4-F202-4AA8-B876-4CEC2B839230}">
      <dsp:nvSpPr>
        <dsp:cNvPr id="0" name=""/>
        <dsp:cNvSpPr/>
      </dsp:nvSpPr>
      <dsp:spPr>
        <a:xfrm>
          <a:off x="0" y="1687631"/>
          <a:ext cx="6024561" cy="1544400"/>
        </a:xfrm>
        <a:prstGeom prst="roundRect">
          <a:avLst/>
        </a:prstGeom>
        <a:solidFill>
          <a:schemeClr val="accent2">
            <a:hueOff val="748648"/>
            <a:satOff val="314"/>
            <a:lumOff val="3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Goudy Old Style"/>
            </a:rPr>
            <a:t>The repository ensures the team can track what changes are being made.</a:t>
          </a:r>
          <a:endParaRPr lang="en-US" sz="3000" kern="1200" dirty="0"/>
        </a:p>
      </dsp:txBody>
      <dsp:txXfrm>
        <a:off x="75391" y="1763022"/>
        <a:ext cx="5873779" cy="1393618"/>
      </dsp:txXfrm>
    </dsp:sp>
    <dsp:sp modelId="{E6E1AF40-D0CD-4C2E-AB8D-195F8FACCFB0}">
      <dsp:nvSpPr>
        <dsp:cNvPr id="0" name=""/>
        <dsp:cNvSpPr/>
      </dsp:nvSpPr>
      <dsp:spPr>
        <a:xfrm>
          <a:off x="0" y="3318430"/>
          <a:ext cx="6024561" cy="1544400"/>
        </a:xfrm>
        <a:prstGeom prst="roundRect">
          <a:avLst/>
        </a:prstGeom>
        <a:solidFill>
          <a:schemeClr val="accent2">
            <a:hueOff val="1497296"/>
            <a:satOff val="628"/>
            <a:lumOff val="64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Goudy Old Style"/>
            </a:rPr>
            <a:t>The repository can keep a track of different changes that are in progress.</a:t>
          </a:r>
          <a:endParaRPr lang="en-US" sz="3000" kern="1200" dirty="0"/>
        </a:p>
      </dsp:txBody>
      <dsp:txXfrm>
        <a:off x="75391" y="3393821"/>
        <a:ext cx="5873779" cy="13936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DC315-BDD2-4F90-A3E9-ED9615BD4241}">
      <dsp:nvSpPr>
        <dsp:cNvPr id="0" name=""/>
        <dsp:cNvSpPr/>
      </dsp:nvSpPr>
      <dsp:spPr>
        <a:xfrm>
          <a:off x="0" y="0"/>
          <a:ext cx="8938260" cy="1958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When a new developer starts on the project they can</a:t>
          </a:r>
          <a:r>
            <a:rPr lang="en-US" sz="2900" kern="1200" dirty="0">
              <a:latin typeface="Calibri Light" panose="020F0302020204030204"/>
            </a:rPr>
            <a:t> "</a:t>
          </a:r>
          <a:r>
            <a:rPr lang="en-US" sz="2900" kern="1200" dirty="0"/>
            <a:t>pull</a:t>
          </a:r>
          <a:r>
            <a:rPr lang="en-US" sz="2900" kern="1200" dirty="0">
              <a:latin typeface="Calibri Light" panose="020F0302020204030204"/>
            </a:rPr>
            <a:t>"</a:t>
          </a:r>
          <a:r>
            <a:rPr lang="en-US" sz="2900" kern="1200" dirty="0"/>
            <a:t> all the files from the repository in order to build the application.</a:t>
          </a:r>
        </a:p>
      </dsp:txBody>
      <dsp:txXfrm>
        <a:off x="57351" y="57351"/>
        <a:ext cx="6914408" cy="1843400"/>
      </dsp:txXfrm>
    </dsp:sp>
    <dsp:sp modelId="{D8A12901-3E5A-4AD9-B8D0-E49949F4420D}">
      <dsp:nvSpPr>
        <dsp:cNvPr id="0" name=""/>
        <dsp:cNvSpPr/>
      </dsp:nvSpPr>
      <dsp:spPr>
        <a:xfrm>
          <a:off x="1577339" y="2393235"/>
          <a:ext cx="8938260" cy="1958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The developer </a:t>
          </a:r>
          <a:r>
            <a:rPr lang="en-US" sz="2900" kern="1200" dirty="0">
              <a:latin typeface="Calibri Light" panose="020F0302020204030204"/>
            </a:rPr>
            <a:t>can then start making changes to the code, either adding new files or updating existing files.</a:t>
          </a:r>
          <a:endParaRPr lang="en-US" sz="2900" kern="1200" dirty="0"/>
        </a:p>
      </dsp:txBody>
      <dsp:txXfrm>
        <a:off x="1634690" y="2450586"/>
        <a:ext cx="5973451" cy="1843400"/>
      </dsp:txXfrm>
    </dsp:sp>
    <dsp:sp modelId="{63B46919-6EFF-456B-AFBC-60380573BC8B}">
      <dsp:nvSpPr>
        <dsp:cNvPr id="0" name=""/>
        <dsp:cNvSpPr/>
      </dsp:nvSpPr>
      <dsp:spPr>
        <a:xfrm>
          <a:off x="7665493" y="1539285"/>
          <a:ext cx="1272766" cy="12727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51865" y="1539285"/>
        <a:ext cx="700022" cy="957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E35E1-7AB5-4E31-8136-8407BF68705A}">
      <dsp:nvSpPr>
        <dsp:cNvPr id="0" name=""/>
        <dsp:cNvSpPr/>
      </dsp:nvSpPr>
      <dsp:spPr>
        <a:xfrm>
          <a:off x="0" y="0"/>
          <a:ext cx="8938260" cy="1958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When a developer has completed their own changes (and tested them) they can add</a:t>
          </a:r>
          <a:r>
            <a:rPr lang="en-US" sz="3300" kern="1200" dirty="0">
              <a:latin typeface="Calibri Light" panose="020F0302020204030204"/>
            </a:rPr>
            <a:t> or "commit"</a:t>
          </a:r>
          <a:r>
            <a:rPr lang="en-US" sz="3300" kern="1200" dirty="0"/>
            <a:t> </a:t>
          </a:r>
          <a:r>
            <a:rPr lang="en-US" sz="3300" kern="1200" dirty="0">
              <a:latin typeface="Calibri Light" panose="020F0302020204030204"/>
            </a:rPr>
            <a:t>their </a:t>
          </a:r>
          <a:r>
            <a:rPr lang="en-US" sz="3300" kern="1200" dirty="0"/>
            <a:t>changes</a:t>
          </a:r>
          <a:r>
            <a:rPr lang="en-US" sz="3300" kern="1200" dirty="0">
              <a:latin typeface="Calibri Light" panose="020F0302020204030204"/>
            </a:rPr>
            <a:t>.</a:t>
          </a:r>
          <a:endParaRPr lang="en-US" sz="3300" kern="1200" dirty="0"/>
        </a:p>
      </dsp:txBody>
      <dsp:txXfrm>
        <a:off x="57351" y="57351"/>
        <a:ext cx="6914408" cy="1843400"/>
      </dsp:txXfrm>
    </dsp:sp>
    <dsp:sp modelId="{608FEF79-D8FE-4916-9E5F-6BCB4B4FBFAB}">
      <dsp:nvSpPr>
        <dsp:cNvPr id="0" name=""/>
        <dsp:cNvSpPr/>
      </dsp:nvSpPr>
      <dsp:spPr>
        <a:xfrm>
          <a:off x="1577339" y="2393235"/>
          <a:ext cx="8938260" cy="1958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alibri Light" panose="020F0302020204030204"/>
            </a:rPr>
            <a:t>The committed change can then be added (or "pushed") back into the code repository.</a:t>
          </a:r>
        </a:p>
      </dsp:txBody>
      <dsp:txXfrm>
        <a:off x="1634690" y="2450586"/>
        <a:ext cx="5973451" cy="1843400"/>
      </dsp:txXfrm>
    </dsp:sp>
    <dsp:sp modelId="{68A28574-89F7-4632-BBBA-AF7695F00834}">
      <dsp:nvSpPr>
        <dsp:cNvPr id="0" name=""/>
        <dsp:cNvSpPr/>
      </dsp:nvSpPr>
      <dsp:spPr>
        <a:xfrm>
          <a:off x="7665493" y="1539285"/>
          <a:ext cx="1272766" cy="12727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51865" y="1539285"/>
        <a:ext cx="700022" cy="957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BC55-5864-427B-84CF-6441AA82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45" y="1205037"/>
            <a:ext cx="7744993" cy="2541336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2BDB-18E0-4991-A6F2-7AD54201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745" y="3949332"/>
            <a:ext cx="7744993" cy="2006735"/>
          </a:xfrm>
        </p:spPr>
        <p:txBody>
          <a:bodyPr>
            <a:normAutofit/>
          </a:bodyPr>
          <a:lstStyle>
            <a:lvl1pPr marL="0" indent="0" algn="l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ABC6-907E-47DE-8E40-61F2DD1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158-6097-43A1-90B6-406F936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E077-FF20-4DD9-92B5-EE1C4D6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33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21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B6E7-01C8-4375-B7C7-596CD11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83229"/>
            <a:ext cx="8214179" cy="330313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1675-8F3E-47CC-9573-D853C506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95900"/>
            <a:ext cx="8214179" cy="7937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9F49-690E-49EC-BD41-75A18C9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9E70-1401-468E-97DE-4255CA22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E14C-9127-4582-A006-2AEA93AF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60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4DF9-FA60-4E7B-BDE8-C0F9AF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1133-890E-4E96-AEDD-0F921E26F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6745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63B4-4987-4303-9640-54B67DD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174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AAD8-D444-410E-98EC-47076908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F01E-6867-4604-8B58-F65BCC8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3D87-0EC8-43C7-9D1B-46DB5212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8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5AE-70FD-4CEE-BDFB-D5C0A3D3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5" y="960120"/>
            <a:ext cx="9196928" cy="10607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91E2-4532-4D16-827E-4DB0688F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3" y="2062842"/>
            <a:ext cx="4445899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53BE-9EDA-4D07-A042-0D101FAB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745" y="2882837"/>
            <a:ext cx="4446642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FDFC1-7510-4F8E-A831-ABA33D97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5280" y="2062842"/>
            <a:ext cx="4467794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42F0-9A48-4946-8BA8-394CBF01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868" y="2882837"/>
            <a:ext cx="4468541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C563-D319-494F-AA63-0BDF1D2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2F4FE-433A-42F6-8A73-AD843352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75352-FC7F-4BA8-940F-2F920C28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52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FB5-4B13-4412-9F42-62450D6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87ECA-0E5D-4DD2-B664-DF35187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2406B-A925-466A-AF79-D0A4E0EA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B050-D381-4E1A-88DD-361F0EE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28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48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674-EAFF-4CAE-A685-8AEA617D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94014"/>
            <a:ext cx="3932237" cy="1436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A185-E15D-46FD-A4FB-709A8B5D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94014"/>
            <a:ext cx="6172200" cy="47670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86F7-5F48-40D6-B4E3-1347EA21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2"/>
            <a:ext cx="3932237" cy="3250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FC41-0A32-438D-9A47-F932AB49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F85D-CB6B-48E8-B56F-81472CE9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120E-E239-4B93-AC67-210D23B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8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F02C-5A08-45D4-AFE1-8EF0E6D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120"/>
            <a:ext cx="3932237" cy="14658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F863-20E6-4CF9-A179-0A2A52E5F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FB1A-5B7E-45DA-9713-0CD8E3121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4"/>
            <a:ext cx="3932237" cy="32509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FD67F-901E-4423-A48F-41F00ECA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4982-0749-4F34-A4DB-DDC12BD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8447-AEAF-40D9-B3D3-94404C1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721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71ABCB-C306-49F0-8D5D-0B890583C1CE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A67F94-2250-4B3A-8424-1BC0A0BCB3FF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B942D8-95BE-4CFD-BFCC-26209EC192CE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F6499A-D398-4CBC-AA22-4277539430FC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91493C-6480-4A3F-8836-1727CBA3C849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6BFEE-D3D9-4B18-BA88-49F7C7D2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186" y="959587"/>
            <a:ext cx="9076329" cy="1064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A5BD3-1A63-4F94-ADFA-5CA2A414D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148186" y="2248257"/>
            <a:ext cx="9076329" cy="365015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888E-6FA1-446E-A77C-7D26923F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313F-58CA-4397-A3B4-71B068D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6AB3-89E2-4B6A-A5F3-3FB781C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1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C2869-B8E0-44C7-801E-BA0C2C1B5E82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A7CEB8F-94FA-4A87-AA80-066173AA5C5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F9817E-A26F-4D7B-82A1-FA647EE4C86F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734839-B51C-4112-A4D8-DDFCB7F84A6F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DFF651-C17F-4B2C-A962-32FA4958BCFA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B263D-CDF8-431B-A5D1-96876491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1030" y="866253"/>
            <a:ext cx="2222769" cy="531071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6B9BE-E660-4F3A-ABA1-86667DC1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66253"/>
            <a:ext cx="8164286" cy="531071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2700-F509-4302-AE0E-6CC56401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BD63-5B0C-4FB3-8434-8EA1A84F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9EB-019B-4F03-8147-D6CBA6B1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0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06359A-F1E3-49EE-BBC2-40888C4A3628}"/>
              </a:ext>
            </a:extLst>
          </p:cNvPr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1B74D-DF90-4993-88AE-4D05C91F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3DE9-A495-4E75-819D-E0B2E550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30AC-DB07-423B-A52A-0065639A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9/25/2023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FC9-FA18-4C55-8C92-B17603CAE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745" y="501128"/>
            <a:ext cx="331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493-61FB-4764-90B6-8CC218A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41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13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150000"/>
        <a:buFont typeface="Goudy Old Style" panose="02020502050305020303" pitchFamily="18" charset="0"/>
        <a:buChar char="∙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iology.stackexchange.com/questions/43403/are-these-birch-or-aspen-tree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book/en/v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10EE383-9264-24B7-A1CA-1ADB5A6B37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128" r="25236" b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9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cs typeface="Calibri Light"/>
              </a:rPr>
              <a:t>Source Control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/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C8C97-D88F-0B14-6087-1B6F22449613}"/>
              </a:ext>
            </a:extLst>
          </p:cNvPr>
          <p:cNvSpPr txBox="1"/>
          <p:nvPr/>
        </p:nvSpPr>
        <p:spPr>
          <a:xfrm>
            <a:off x="9870532" y="6657945"/>
            <a:ext cx="232146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EC5B12-9FF3-41FE-B789-2696F519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B328F-8886-A746-BBDB-DAF8DE7C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581462"/>
            <a:ext cx="2776531" cy="368758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Source Control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CEE13B-EFB1-46F2-BC11-110F05BF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9630" y="1852474"/>
            <a:ext cx="0" cy="3394558"/>
          </a:xfrm>
          <a:prstGeom prst="line">
            <a:avLst/>
          </a:prstGeom>
          <a:ln w="2540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E815A3-B3BA-B9B8-BAF0-AA4FAC81B2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38986"/>
              </p:ext>
            </p:extLst>
          </p:nvPr>
        </p:nvGraphicFramePr>
        <p:xfrm>
          <a:off x="5214938" y="985838"/>
          <a:ext cx="6024561" cy="491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4289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EC5B12-9FF3-41FE-B789-2696F519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B328F-8886-A746-BBDB-DAF8DE7C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581462"/>
            <a:ext cx="2776531" cy="368758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Source Control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CEE13B-EFB1-46F2-BC11-110F05BF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9630" y="1852474"/>
            <a:ext cx="0" cy="3394558"/>
          </a:xfrm>
          <a:prstGeom prst="line">
            <a:avLst/>
          </a:prstGeom>
          <a:ln w="25400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E815A3-B3BA-B9B8-BAF0-AA4FAC81B2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4938" y="985838"/>
          <a:ext cx="6024561" cy="491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211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9940-6D6E-46E2-1899-89CF6AD0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3DFEA-A7F3-2941-DB78-D67DB1012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code repository will hold the current state of the code.</a:t>
            </a:r>
          </a:p>
          <a:p>
            <a:r>
              <a:rPr lang="en-US" dirty="0"/>
              <a:t>Developers can take a copy of the code base onto the development environment (for instance a desktop, laptop or development server).</a:t>
            </a:r>
          </a:p>
          <a:p>
            <a:r>
              <a:rPr lang="en-US" dirty="0"/>
              <a:t>They can change code locally and test it (unit testing)</a:t>
            </a:r>
          </a:p>
          <a:p>
            <a:r>
              <a:rPr lang="en-US" dirty="0"/>
              <a:t>When the code is ready it can be added back to the code base.  This may be new files or existing files you have modified.</a:t>
            </a:r>
          </a:p>
          <a:p>
            <a:r>
              <a:rPr lang="en-US" dirty="0"/>
              <a:t>Next time another developer pulls the file or project, they will have the new code.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75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B4D5-08B7-45B1-5CDE-4B4BE43F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Control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4BCE4D8-64F1-1695-1F1E-F0B4F6975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753" y="2248257"/>
            <a:ext cx="7300310" cy="3650155"/>
          </a:xfrm>
        </p:spPr>
      </p:pic>
    </p:spTree>
    <p:extLst>
      <p:ext uri="{BB962C8B-B14F-4D97-AF65-F5344CB8AC3E}">
        <p14:creationId xmlns:p14="http://schemas.microsoft.com/office/powerpoint/2010/main" val="113174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363C7A-24E0-20D6-6113-3B9F108BBA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222" r="9091" b="1216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B31DD-2328-7AA3-FFE2-41B86E7B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Source Control – Making a Local Copy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F6E86C-2B12-7707-1C11-0127BFB68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5697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806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363C7A-24E0-20D6-6113-3B9F108BBA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222" r="9091" b="1216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B31DD-2328-7AA3-FFE2-41B86E7B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Source Control – Committing Changes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F6E86C-2B12-7707-1C11-0127BFB68C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0444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Leaves in front of a blurred forest background">
            <a:extLst>
              <a:ext uri="{FF2B5EF4-FFF2-40B4-BE49-F238E27FC236}">
                <a16:creationId xmlns:a16="http://schemas.microsoft.com/office/drawing/2014/main" id="{5050F4A6-9AC6-2DE1-F79A-1D83C13F2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9035" r="-2" b="656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4147794-66B7-4CDE-BC75-BBDC48B2F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481" y="0"/>
            <a:ext cx="7718119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DD6D0-FDEF-3B9A-A248-42B4A9BD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889" y="365758"/>
            <a:ext cx="6784259" cy="1828800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1">
                    <a:lumMod val="85000"/>
                    <a:lumOff val="15000"/>
                  </a:schemeClr>
                </a:solidFill>
                <a:cs typeface="Calibri Light"/>
              </a:rPr>
              <a:t>Branching</a:t>
            </a:r>
            <a:endParaRPr lang="en-US" sz="4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15271-725D-6AE2-750E-236829C67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889" y="2324100"/>
            <a:ext cx="6784259" cy="3875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cs typeface="Calibri"/>
              </a:rPr>
              <a:t>This process is fine for very small projects, but the problem is that the developer can add the code to the 'main' code base with any control.</a:t>
            </a:r>
          </a:p>
          <a:p>
            <a:r>
              <a:rPr lang="en-US" sz="2400" dirty="0">
                <a:cs typeface="Calibri"/>
              </a:rPr>
              <a:t>Instead, we make a controlled copy of the code called a "branch".</a:t>
            </a:r>
          </a:p>
          <a:p>
            <a:r>
              <a:rPr lang="en-US" sz="2400" dirty="0">
                <a:cs typeface="Calibri"/>
              </a:rPr>
              <a:t>In the branch we can make and commit changes without changing the main code.</a:t>
            </a:r>
          </a:p>
          <a:p>
            <a:r>
              <a:rPr lang="en-US" sz="2400" dirty="0">
                <a:cs typeface="Calibri"/>
              </a:rPr>
              <a:t>When we are happy that the code is fully reviewed and tested, we can "merge" the changes back into the main branch. 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202E79-1236-4DF8-9921-F47A0B07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6469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8EAA2-B209-B683-D621-A9681C3F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>
                <a:cs typeface="Calibri Light"/>
              </a:rPr>
              <a:t>Branching and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D5A50-2889-24D4-083C-D2B0CE0DB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cs typeface="Calibri"/>
              </a:rPr>
              <a:t>Suppose we have a feature request to develop.</a:t>
            </a:r>
            <a:endParaRPr lang="en-US" sz="2000"/>
          </a:p>
          <a:p>
            <a:r>
              <a:rPr lang="en-US" sz="2000">
                <a:cs typeface="Calibri"/>
              </a:rPr>
              <a:t>We first create a branch to make our changes</a:t>
            </a:r>
          </a:p>
          <a:p>
            <a:r>
              <a:rPr lang="en-US" sz="2000">
                <a:cs typeface="Calibri"/>
              </a:rPr>
              <a:t>We make changes and commit the changes to our feature branch,</a:t>
            </a:r>
          </a:p>
          <a:p>
            <a:r>
              <a:rPr lang="en-US" sz="2000">
                <a:cs typeface="Calibri"/>
              </a:rPr>
              <a:t>When the code is ready it can be merged back into the Main Branch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6" descr="A picture containing black, blur, dark&#10;&#10;Description automatically generated">
            <a:extLst>
              <a:ext uri="{FF2B5EF4-FFF2-40B4-BE49-F238E27FC236}">
                <a16:creationId xmlns:a16="http://schemas.microsoft.com/office/drawing/2014/main" id="{73DFDC31-EFAC-6F0B-E71A-77E093E4F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320" y="2697652"/>
            <a:ext cx="6253212" cy="253255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30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9B08D-43EE-9EB3-AEC7-0B67ACA8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Code Review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003B1-8E96-E7B0-E001-59EBA0424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2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cs typeface="Calibri"/>
              </a:rPr>
              <a:t>Most repositories also have a mechanism for reviewing code before it is merged back into the main branch.</a:t>
            </a:r>
          </a:p>
          <a:p>
            <a:r>
              <a:rPr lang="en-US" sz="2000">
                <a:cs typeface="Calibri"/>
              </a:rPr>
              <a:t>This is often called a "Pull Request".</a:t>
            </a:r>
          </a:p>
          <a:p>
            <a:r>
              <a:rPr lang="en-US" sz="2000">
                <a:cs typeface="Calibri"/>
              </a:rPr>
              <a:t>This sends a message to the team inviting feedback on the proposed changed.</a:t>
            </a:r>
          </a:p>
          <a:p>
            <a:r>
              <a:rPr lang="en-US" sz="2000">
                <a:cs typeface="Calibri"/>
              </a:rPr>
              <a:t>If everyone is happy and/or suggested changes are made, the branch can be merged back into the main branch.</a:t>
            </a:r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6BC44077-7A31-0354-8EAB-BC134FB7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7" y="3501610"/>
            <a:ext cx="6894236" cy="237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4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30B36-F8A0-5DD6-B836-22B7AD23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>
                <a:cs typeface="Calibri Light"/>
              </a:rPr>
              <a:t>Changes and Fixes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0A88F-4490-80DF-E402-D6D20CFD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cs typeface="Calibri"/>
              </a:rPr>
              <a:t>Sometimes a bug is discovered that needs changing very quickly.</a:t>
            </a:r>
          </a:p>
          <a:p>
            <a:r>
              <a:rPr lang="en-US" sz="2000">
                <a:cs typeface="Calibri"/>
              </a:rPr>
              <a:t>In this case we may do a 'hot fix' branch to make rapid changes and add them to the main branch.</a:t>
            </a:r>
          </a:p>
          <a:p>
            <a:r>
              <a:rPr lang="en-US" sz="2000">
                <a:cs typeface="Calibri"/>
              </a:rPr>
              <a:t>It is important that the fix is also included in the feature branch, so the fix can be tested with the new feature code,  before merging.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4" descr="A picture containing blur, night sky&#10;&#10;Description automatically generated">
            <a:extLst>
              <a:ext uri="{FF2B5EF4-FFF2-40B4-BE49-F238E27FC236}">
                <a16:creationId xmlns:a16="http://schemas.microsoft.com/office/drawing/2014/main" id="{F0C19D89-3814-BEDD-070E-553FCA162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320" y="2338092"/>
            <a:ext cx="6253212" cy="325167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977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2D43-A793-D1D3-ADCC-279E54ECB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Branching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5CF2E-6E37-BB3A-9039-D9A80F0A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So far we have seen a very simple branch strategy – code is branched from the main branched and merged back in.</a:t>
            </a:r>
          </a:p>
          <a:p>
            <a:r>
              <a:rPr lang="en-US" dirty="0">
                <a:cs typeface="Calibri"/>
              </a:rPr>
              <a:t>We often use more complex branching, for instances to create a branch every time we start developing a new release.</a:t>
            </a:r>
          </a:p>
          <a:p>
            <a:r>
              <a:rPr lang="en-US" dirty="0">
                <a:cs typeface="Calibri"/>
              </a:rPr>
              <a:t>Branches can also be used to represent staging.</a:t>
            </a:r>
          </a:p>
          <a:p>
            <a:r>
              <a:rPr lang="en-US" dirty="0">
                <a:cs typeface="Calibri"/>
              </a:rPr>
              <a:t>In larger systems, there may be multiple projects in flight at the same time, all on different release schedules.</a:t>
            </a:r>
          </a:p>
          <a:p>
            <a:r>
              <a:rPr lang="en-US" dirty="0">
                <a:cs typeface="Calibri"/>
              </a:rPr>
              <a:t>Branching can get very complex. </a:t>
            </a:r>
          </a:p>
        </p:txBody>
      </p:sp>
    </p:spTree>
    <p:extLst>
      <p:ext uri="{BB962C8B-B14F-4D97-AF65-F5344CB8AC3E}">
        <p14:creationId xmlns:p14="http://schemas.microsoft.com/office/powerpoint/2010/main" val="3778930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49CF-D83A-6ED2-857B-E65C182C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Branching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2A6F1-AC55-0DFF-89C1-01F6C2F3D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726"/>
            <a:ext cx="10515599" cy="4206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 of complex branching for staging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D3F7D4DA-674E-5780-5077-55D8B3D9B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69" y="1863801"/>
            <a:ext cx="7894660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5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E64D-EE02-FAE2-96C6-D850B13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Challenges of Long Running Branches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24C2-ED6B-2409-18B7-3B23A95D0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As can be seen from the previous slide, long running branches can become very complicated.  This has a number of problems:</a:t>
            </a:r>
            <a:endParaRPr lang="en-US" dirty="0"/>
          </a:p>
          <a:p>
            <a:pPr lvl="1"/>
            <a:r>
              <a:rPr lang="en-US" dirty="0">
                <a:ea typeface="Calibri"/>
                <a:cs typeface="Calibri"/>
              </a:rPr>
              <a:t>It can become confusing for developers to track the correct </a:t>
            </a:r>
            <a:r>
              <a:rPr lang="en-US" dirty="0" err="1">
                <a:ea typeface="Calibri"/>
                <a:cs typeface="Calibri"/>
              </a:rPr>
              <a:t>branchera</a:t>
            </a:r>
          </a:p>
          <a:p>
            <a:pPr lvl="1"/>
            <a:r>
              <a:rPr lang="en-US" dirty="0">
                <a:ea typeface="Calibri"/>
                <a:cs typeface="Calibri"/>
              </a:rPr>
              <a:t>It can become difficult to know which branches to merge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Faster changes and hot fixes need to be merged multiple times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Overall, far more easy for errors to occur.</a:t>
            </a:r>
          </a:p>
          <a:p>
            <a:pPr marL="457200" lvl="1" indent="0"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2492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F12F-E1B7-4448-80CD-5BCF50E7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Continuous Integration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D2773-74B0-A67F-EC30-61D20DF2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An alternative approach, which is becoming increasingly popular, is to follow a strategy of Continuous Integration.</a:t>
            </a:r>
          </a:p>
          <a:p>
            <a:r>
              <a:rPr lang="en-US" dirty="0">
                <a:ea typeface="Calibri"/>
                <a:cs typeface="Calibri"/>
              </a:rPr>
              <a:t>In this approach the 'main' branch is updated with changes as soon as they are completed and tested.</a:t>
            </a:r>
          </a:p>
          <a:p>
            <a:r>
              <a:rPr lang="en-US" dirty="0">
                <a:ea typeface="Calibri"/>
                <a:cs typeface="Calibri"/>
              </a:rPr>
              <a:t>The steps a developer follows for each change or 'feature request' is:</a:t>
            </a:r>
          </a:p>
          <a:p>
            <a:pPr lvl="1"/>
            <a:r>
              <a:rPr lang="en-US" dirty="0">
                <a:ea typeface="Calibri"/>
                <a:cs typeface="Calibri"/>
              </a:rPr>
              <a:t>Create a branch from 'main' for the 'feature'</a:t>
            </a:r>
          </a:p>
          <a:p>
            <a:pPr lvl="1"/>
            <a:r>
              <a:rPr lang="en-US" dirty="0">
                <a:ea typeface="Calibri"/>
                <a:cs typeface="Calibri"/>
              </a:rPr>
              <a:t>Develop the changes just for the feature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Test all changes – this means testing the new change, and ensuring nothing has been broken in the existing code (called regression testing).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Approve and apply the change back to the main branch.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Remove the feature branch.</a:t>
            </a:r>
          </a:p>
        </p:txBody>
      </p:sp>
    </p:spTree>
    <p:extLst>
      <p:ext uri="{BB962C8B-B14F-4D97-AF65-F5344CB8AC3E}">
        <p14:creationId xmlns:p14="http://schemas.microsoft.com/office/powerpoint/2010/main" val="3194119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7B2-B7C6-2E31-0C05-61F086AA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ea typeface="Calibri Light"/>
                <a:cs typeface="Calibri Light"/>
              </a:rPr>
              <a:t>CI Strategies 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1C8F3-6D4E-C4C9-F33C-C40DEB8BE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Calibri"/>
                <a:cs typeface="Calibri"/>
              </a:rPr>
              <a:t>In simple projects we can take a branch from main and then merge before the next branch.</a:t>
            </a:r>
          </a:p>
          <a:p>
            <a:r>
              <a:rPr lang="en-US" sz="2000" dirty="0">
                <a:ea typeface="Calibri"/>
                <a:cs typeface="Calibri"/>
              </a:rPr>
              <a:t>More commonly, multiple feature branches happen concurrently, and the developer will need to merge main branch in the feature branch one or more times before merging.</a:t>
            </a:r>
          </a:p>
        </p:txBody>
      </p:sp>
      <p:pic>
        <p:nvPicPr>
          <p:cNvPr id="4" name="Picture 3" descr="GIT feature branches vs. Continuous Integration (CI) - Improve your  software development — Steemit">
            <a:extLst>
              <a:ext uri="{FF2B5EF4-FFF2-40B4-BE49-F238E27FC236}">
                <a16:creationId xmlns:a16="http://schemas.microsoft.com/office/drawing/2014/main" id="{9D7C0A43-EF55-3ECA-CAF9-ECC124FBD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993" y="3427375"/>
            <a:ext cx="6964440" cy="350625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Git branching guidance - Azure Repos | Microsoft Learn">
            <a:extLst>
              <a:ext uri="{FF2B5EF4-FFF2-40B4-BE49-F238E27FC236}">
                <a16:creationId xmlns:a16="http://schemas.microsoft.com/office/drawing/2014/main" id="{6650AFDD-9E1A-FBDF-F5E6-331043FAD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07546"/>
            <a:ext cx="4698520" cy="160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09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80CE-7167-0138-3B89-30E81411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Continuous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A755-BD68-4F7D-82B1-6FE7C80C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Continuous Integration has the following advantages:</a:t>
            </a:r>
          </a:p>
          <a:p>
            <a:pPr lvl="1"/>
            <a:r>
              <a:rPr lang="en-US" dirty="0">
                <a:ea typeface="Calibri"/>
                <a:cs typeface="Calibri"/>
              </a:rPr>
              <a:t>Developers are always working on the most recent code (almost)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There are only a few branches at any one time (usually no more than the number of developers on the project)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There are no consistency problems between branches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Small changes and fixes do not need to be merged to longer running projects.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Reliability of an application has shown to be better if small regular changes are made, rather then infrequent larger changes.</a:t>
            </a:r>
          </a:p>
        </p:txBody>
      </p:sp>
    </p:spTree>
    <p:extLst>
      <p:ext uri="{BB962C8B-B14F-4D97-AF65-F5344CB8AC3E}">
        <p14:creationId xmlns:p14="http://schemas.microsoft.com/office/powerpoint/2010/main" val="1817449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D07A-23D2-4806-0BCB-C0812481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Continuous Integration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167F6-74A5-17C2-4599-824AC034C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 challenge of Continuous Integration (and why it was not done in the past) is:</a:t>
            </a:r>
          </a:p>
          <a:p>
            <a:pPr lvl="1"/>
            <a:r>
              <a:rPr lang="en-US" dirty="0">
                <a:ea typeface="Calibri"/>
                <a:cs typeface="Calibri"/>
              </a:rPr>
              <a:t>Changes need to be re-integrated into the main branch very regularly (normally a feature branch won't last long than a day or two).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Any change can break or destabilize the current production code.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Larger releases can be made up of many features which need to be released together.</a:t>
            </a:r>
          </a:p>
          <a:p>
            <a:pPr lvl="1"/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49185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868F-ED00-3954-ED13-051D3281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Continuous Integration -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58B-35C5-5C51-5062-2AA9AE651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To be able to make changes on the main branch reliably the whole system must be retested, along with the new feature every time the code is merged.</a:t>
            </a:r>
          </a:p>
          <a:p>
            <a:r>
              <a:rPr lang="en-US" dirty="0">
                <a:ea typeface="Calibri"/>
                <a:cs typeface="Calibri"/>
              </a:rPr>
              <a:t>To do we need to </a:t>
            </a:r>
            <a:r>
              <a:rPr lang="en-US" b="1" dirty="0">
                <a:ea typeface="Calibri"/>
                <a:cs typeface="Calibri"/>
              </a:rPr>
              <a:t>Automate </a:t>
            </a:r>
            <a:r>
              <a:rPr lang="en-US" dirty="0">
                <a:ea typeface="Calibri"/>
                <a:cs typeface="Calibri"/>
              </a:rPr>
              <a:t>all or most of our testing.  This requires advanced tooling and processes – which will be the focus of next semester's operations module - Automated Testing and Continuous Integration'</a:t>
            </a:r>
          </a:p>
          <a:p>
            <a:r>
              <a:rPr lang="en-US" dirty="0">
                <a:ea typeface="Calibri"/>
                <a:cs typeface="Calibri"/>
              </a:rPr>
              <a:t>There are also approaches to managing changes for larger releases such as 'feature switches' which will look at later.</a:t>
            </a:r>
          </a:p>
        </p:txBody>
      </p:sp>
    </p:spTree>
    <p:extLst>
      <p:ext uri="{BB962C8B-B14F-4D97-AF65-F5344CB8AC3E}">
        <p14:creationId xmlns:p14="http://schemas.microsoft.com/office/powerpoint/2010/main" val="1688974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3DA2-2E23-8725-39DB-3DC6DDDF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Recommended 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E51A3-38CB-18C3-F054-CAF4FF395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 Git web page has an excellent online book at: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  <a:hlinkClick r:id="rId2"/>
              </a:rPr>
              <a:t>https://git-scm.com/book/en/v2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If you read the first three chapters of this book you will have a very good understanding of source control with Git.</a:t>
            </a:r>
          </a:p>
        </p:txBody>
      </p:sp>
    </p:spTree>
    <p:extLst>
      <p:ext uri="{BB962C8B-B14F-4D97-AF65-F5344CB8AC3E}">
        <p14:creationId xmlns:p14="http://schemas.microsoft.com/office/powerpoint/2010/main" val="1629082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rrakeshVTI">
  <a:themeElements>
    <a:clrScheme name="AnalogousFromDarkSeedRightStep">
      <a:dk1>
        <a:srgbClr val="000000"/>
      </a:dk1>
      <a:lt1>
        <a:srgbClr val="FFFFFF"/>
      </a:lt1>
      <a:dk2>
        <a:srgbClr val="1B252F"/>
      </a:dk2>
      <a:lt2>
        <a:srgbClr val="F3F2F0"/>
      </a:lt2>
      <a:accent1>
        <a:srgbClr val="4D87C3"/>
      </a:accent1>
      <a:accent2>
        <a:srgbClr val="3D46B2"/>
      </a:accent2>
      <a:accent3>
        <a:srgbClr val="754DC3"/>
      </a:accent3>
      <a:accent4>
        <a:srgbClr val="953BB1"/>
      </a:accent4>
      <a:accent5>
        <a:srgbClr val="C34DAE"/>
      </a:accent5>
      <a:accent6>
        <a:srgbClr val="B13B6B"/>
      </a:accent6>
      <a:hlink>
        <a:srgbClr val="35A036"/>
      </a:hlink>
      <a:folHlink>
        <a:srgbClr val="7F7F7F"/>
      </a:folHlink>
    </a:clrScheme>
    <a:fontScheme name="Goudy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rakeshVTI" id="{DCD97A9B-DAE4-42FA-B2F9-0A5C34F43D6C}" vid="{A7163F41-974B-4A88-831F-D9DFFFE40C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MarrakeshVTI</vt:lpstr>
      <vt:lpstr>Source Control</vt:lpstr>
      <vt:lpstr>Source Control</vt:lpstr>
      <vt:lpstr>Source Control</vt:lpstr>
      <vt:lpstr>Source Control</vt:lpstr>
      <vt:lpstr>Source Control</vt:lpstr>
      <vt:lpstr>Source Control – Making a Local Copy</vt:lpstr>
      <vt:lpstr>Source Control – Committing Changes</vt:lpstr>
      <vt:lpstr>Branching</vt:lpstr>
      <vt:lpstr>Branching and Merging</vt:lpstr>
      <vt:lpstr>Code Review</vt:lpstr>
      <vt:lpstr>Changes and Fixes</vt:lpstr>
      <vt:lpstr>Branching Strategies</vt:lpstr>
      <vt:lpstr>Branching Strategies</vt:lpstr>
      <vt:lpstr>Challenges of Long Running Branches</vt:lpstr>
      <vt:lpstr>Continuous Integration Strategy</vt:lpstr>
      <vt:lpstr>CI Strategies </vt:lpstr>
      <vt:lpstr>Continuous Integration</vt:lpstr>
      <vt:lpstr>Continuous Integration Challenges</vt:lpstr>
      <vt:lpstr>Continuous Integration - Solution</vt:lpstr>
      <vt:lpstr>Recommended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Sourec </dc:title>
  <dc:creator/>
  <cp:lastModifiedBy/>
  <cp:revision>515</cp:revision>
  <dcterms:created xsi:type="dcterms:W3CDTF">2022-10-18T14:54:37Z</dcterms:created>
  <dcterms:modified xsi:type="dcterms:W3CDTF">2023-09-25T08:24:11Z</dcterms:modified>
</cp:coreProperties>
</file>