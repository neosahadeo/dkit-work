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57" r:id="rId5"/>
    <p:sldId id="258" r:id="rId6"/>
    <p:sldId id="300" r:id="rId7"/>
  </p:sldIdLst>
  <p:sldSz cx="9144000" cy="6858000" type="screen4x3"/>
  <p:notesSz cx="6805613" cy="9944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CE66A043-8C96-4D3A-A0B4-79D92C2E6378}" type="datetimeFigureOut">
              <a:rPr lang="en-US" smtClean="0"/>
              <a:t>1/16/2024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6125"/>
            <a:ext cx="4967287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3448"/>
            <a:ext cx="5444490" cy="4474845"/>
          </a:xfrm>
          <a:prstGeom prst="rect">
            <a:avLst/>
          </a:prstGeom>
        </p:spPr>
        <p:txBody>
          <a:bodyPr vert="horz" lIns="94229" tIns="47114" rIns="94229" bIns="4711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0736DABF-894C-40B3-BECE-5F7DA8B0AC6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84028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7C07E-8EE2-407B-AE0D-9034CDDCF46D}" type="slidenum">
              <a:rPr lang="en-IE" smtClean="0"/>
              <a:pPr/>
              <a:t>1</a:t>
            </a:fld>
            <a:endParaRPr lang="en-IE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87C07E-8EE2-407B-AE0D-9034CDDCF46D}" type="slidenum">
              <a:rPr lang="en-IE" smtClean="0"/>
              <a:pPr/>
              <a:t>2</a:t>
            </a:fld>
            <a:endParaRPr lang="en-IE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87C07E-8EE2-407B-AE0D-9034CDDCF46D}" type="slidenum">
              <a:rPr kumimoji="0" lang="en-I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656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B0A1-60F7-47F1-8C27-F8238DD64BC2}" type="datetimeFigureOut">
              <a:rPr lang="en-US" smtClean="0"/>
              <a:t>1/16/2024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8475-4285-476D-A1CC-72DDF6F295E9}" type="slidenum">
              <a:rPr lang="en-IE" smtClean="0"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B0A1-60F7-47F1-8C27-F8238DD64BC2}" type="datetimeFigureOut">
              <a:rPr lang="en-US" smtClean="0"/>
              <a:t>1/16/2024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8475-4285-476D-A1CC-72DDF6F295E9}" type="slidenum">
              <a:rPr lang="en-IE" smtClean="0"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B0A1-60F7-47F1-8C27-F8238DD64BC2}" type="datetimeFigureOut">
              <a:rPr lang="en-US" smtClean="0"/>
              <a:t>1/16/2024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8475-4285-476D-A1CC-72DDF6F295E9}" type="slidenum">
              <a:rPr lang="en-IE" smtClean="0"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B0A1-60F7-47F1-8C27-F8238DD64BC2}" type="datetimeFigureOut">
              <a:rPr lang="en-US" smtClean="0"/>
              <a:t>1/16/2024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8475-4285-476D-A1CC-72DDF6F295E9}" type="slidenum">
              <a:rPr lang="en-IE" smtClean="0"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B0A1-60F7-47F1-8C27-F8238DD64BC2}" type="datetimeFigureOut">
              <a:rPr lang="en-US" smtClean="0"/>
              <a:t>1/16/2024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8475-4285-476D-A1CC-72DDF6F295E9}" type="slidenum">
              <a:rPr lang="en-IE" smtClean="0"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B0A1-60F7-47F1-8C27-F8238DD64BC2}" type="datetimeFigureOut">
              <a:rPr lang="en-US" smtClean="0"/>
              <a:t>1/16/2024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8475-4285-476D-A1CC-72DDF6F295E9}" type="slidenum">
              <a:rPr lang="en-IE" smtClean="0"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B0A1-60F7-47F1-8C27-F8238DD64BC2}" type="datetimeFigureOut">
              <a:rPr lang="en-US" smtClean="0"/>
              <a:t>1/16/2024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8475-4285-476D-A1CC-72DDF6F295E9}" type="slidenum">
              <a:rPr lang="en-IE" smtClean="0"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B0A1-60F7-47F1-8C27-F8238DD64BC2}" type="datetimeFigureOut">
              <a:rPr lang="en-US" smtClean="0"/>
              <a:t>1/16/2024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8475-4285-476D-A1CC-72DDF6F295E9}" type="slidenum">
              <a:rPr lang="en-IE" smtClean="0"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B0A1-60F7-47F1-8C27-F8238DD64BC2}" type="datetimeFigureOut">
              <a:rPr lang="en-US" smtClean="0"/>
              <a:t>1/16/2024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8475-4285-476D-A1CC-72DDF6F295E9}" type="slidenum">
              <a:rPr lang="en-IE" smtClean="0"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B0A1-60F7-47F1-8C27-F8238DD64BC2}" type="datetimeFigureOut">
              <a:rPr lang="en-US" smtClean="0"/>
              <a:t>1/16/2024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8475-4285-476D-A1CC-72DDF6F295E9}" type="slidenum">
              <a:rPr lang="en-IE" smtClean="0"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B0A1-60F7-47F1-8C27-F8238DD64BC2}" type="datetimeFigureOut">
              <a:rPr lang="en-US" smtClean="0"/>
              <a:t>1/16/2024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78475-4285-476D-A1CC-72DDF6F295E9}" type="slidenum">
              <a:rPr lang="en-IE" smtClean="0"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4B0A1-60F7-47F1-8C27-F8238DD64BC2}" type="datetimeFigureOut">
              <a:rPr lang="en-US" smtClean="0"/>
              <a:t>1/16/2024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F78475-4285-476D-A1CC-72DDF6F295E9}" type="slidenum">
              <a:rPr lang="en-IE" smtClean="0"/>
              <a:t>‹#›</a:t>
            </a:fld>
            <a:endParaRPr lang="en-I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ademia.edu/41779665/Database_Systems_A_Practical_A_Thomas_Connolly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3schools.com/sql/" TargetMode="External"/><Relationship Id="rId4" Type="http://schemas.openxmlformats.org/officeDocument/2006/relationships/hyperlink" Target="https://www.mysqltutorial.org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 smtClean="0"/>
              <a:t>Databases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 smtClean="0"/>
              <a:t>Overview</a:t>
            </a:r>
            <a:endParaRPr lang="en-I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500" b="1" dirty="0" smtClean="0"/>
              <a:t>Schedule</a:t>
            </a:r>
          </a:p>
          <a:p>
            <a:r>
              <a:rPr lang="en-GB" sz="3500" dirty="0" smtClean="0"/>
              <a:t>Lab x 4</a:t>
            </a:r>
          </a:p>
          <a:p>
            <a:pPr marL="0" indent="0">
              <a:buNone/>
            </a:pPr>
            <a:r>
              <a:rPr lang="en-GB" sz="3500" b="1" dirty="0" smtClean="0"/>
              <a:t>Assessment</a:t>
            </a:r>
          </a:p>
          <a:p>
            <a:r>
              <a:rPr lang="en-GB" sz="3500" dirty="0" smtClean="0"/>
              <a:t>CA 100%</a:t>
            </a:r>
          </a:p>
          <a:p>
            <a:pPr lvl="1"/>
            <a:r>
              <a:rPr lang="en-GB" sz="3500" dirty="0" smtClean="0"/>
              <a:t>50% Paired Project</a:t>
            </a:r>
          </a:p>
          <a:p>
            <a:pPr lvl="2"/>
            <a:r>
              <a:rPr lang="en-GB" sz="3100" dirty="0" smtClean="0"/>
              <a:t>10% Conceptual Model – Early March</a:t>
            </a:r>
          </a:p>
          <a:p>
            <a:pPr lvl="2"/>
            <a:r>
              <a:rPr lang="en-GB" sz="3100" dirty="0" smtClean="0"/>
              <a:t>10% Logical Model – Mid March</a:t>
            </a:r>
          </a:p>
          <a:p>
            <a:pPr lvl="2"/>
            <a:r>
              <a:rPr lang="en-GB" sz="3100" dirty="0" smtClean="0"/>
              <a:t>30% DB Implementation – Early April</a:t>
            </a:r>
          </a:p>
          <a:p>
            <a:pPr lvl="1"/>
            <a:r>
              <a:rPr lang="en-GB" sz="3500" dirty="0"/>
              <a:t>3</a:t>
            </a:r>
            <a:r>
              <a:rPr lang="en-GB" sz="3500" dirty="0" smtClean="0"/>
              <a:t>0</a:t>
            </a:r>
            <a:r>
              <a:rPr lang="en-GB" sz="3500" dirty="0" smtClean="0"/>
              <a:t>% Practical Test </a:t>
            </a:r>
            <a:r>
              <a:rPr lang="en-GB" sz="3500" dirty="0" smtClean="0"/>
              <a:t>– Mid April </a:t>
            </a:r>
          </a:p>
          <a:p>
            <a:pPr lvl="1"/>
            <a:r>
              <a:rPr lang="en-GB" sz="3500" dirty="0" smtClean="0"/>
              <a:t>20% MCQ - Late </a:t>
            </a:r>
            <a:r>
              <a:rPr lang="en-GB" sz="3500" dirty="0" smtClean="0"/>
              <a:t>April</a:t>
            </a:r>
          </a:p>
          <a:p>
            <a:pPr marL="57150" indent="0">
              <a:buNone/>
            </a:pPr>
            <a:r>
              <a:rPr lang="en-GB" sz="3500" b="1" dirty="0" smtClean="0"/>
              <a:t>Resources</a:t>
            </a:r>
          </a:p>
          <a:p>
            <a:r>
              <a:rPr lang="en-GB" sz="3500" dirty="0" smtClean="0"/>
              <a:t>Database Systems – Design, Implementation and Management</a:t>
            </a:r>
          </a:p>
          <a:p>
            <a:pPr marL="400050" lvl="1" indent="0">
              <a:buNone/>
            </a:pPr>
            <a:r>
              <a:rPr lang="en-GB" sz="3100" dirty="0">
                <a:hlinkClick r:id="rId3"/>
              </a:rPr>
              <a:t>https://</a:t>
            </a:r>
            <a:r>
              <a:rPr lang="en-GB" sz="3100" dirty="0" smtClean="0">
                <a:hlinkClick r:id="rId3"/>
              </a:rPr>
              <a:t>www.academia.edu/41779665/Database_Systems_A_Practical_A_Thomas_Connolly</a:t>
            </a:r>
            <a:endParaRPr lang="en-GB" sz="3100" dirty="0" smtClean="0"/>
          </a:p>
          <a:p>
            <a:endParaRPr lang="en-GB" sz="3500" dirty="0" smtClean="0"/>
          </a:p>
          <a:p>
            <a:r>
              <a:rPr lang="en-GB" sz="3500" dirty="0">
                <a:hlinkClick r:id="rId4"/>
              </a:rPr>
              <a:t>https://www.mysqltutorial.org</a:t>
            </a:r>
            <a:r>
              <a:rPr lang="en-GB" sz="3500" dirty="0" smtClean="0">
                <a:hlinkClick r:id="rId4"/>
              </a:rPr>
              <a:t>/</a:t>
            </a:r>
            <a:endParaRPr lang="en-GB" sz="3500" dirty="0" smtClean="0"/>
          </a:p>
          <a:p>
            <a:r>
              <a:rPr lang="en-GB" sz="3500" dirty="0">
                <a:hlinkClick r:id="rId5"/>
              </a:rPr>
              <a:t>https://www.w3schools.com/sql</a:t>
            </a:r>
            <a:r>
              <a:rPr lang="en-GB" sz="3500" dirty="0" smtClean="0">
                <a:hlinkClick r:id="rId5"/>
              </a:rPr>
              <a:t>/</a:t>
            </a:r>
            <a:endParaRPr lang="en-GB" sz="3500" dirty="0" smtClean="0"/>
          </a:p>
          <a:p>
            <a:pPr marL="0" indent="0">
              <a:buNone/>
            </a:pPr>
            <a:endParaRPr lang="en-I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500" b="1" dirty="0" smtClean="0"/>
              <a:t>Content</a:t>
            </a:r>
          </a:p>
          <a:p>
            <a:r>
              <a:rPr lang="en-GB" sz="3500" dirty="0" smtClean="0"/>
              <a:t>Database Design</a:t>
            </a:r>
          </a:p>
          <a:p>
            <a:pPr lvl="1"/>
            <a:r>
              <a:rPr lang="en-GB" sz="3100" dirty="0" smtClean="0"/>
              <a:t>Conceptual Modelling – Entities &amp; Relationships</a:t>
            </a:r>
          </a:p>
          <a:p>
            <a:pPr lvl="1"/>
            <a:r>
              <a:rPr lang="en-GB" sz="3100" dirty="0" smtClean="0"/>
              <a:t>Logical Modelling – Normalisation</a:t>
            </a:r>
          </a:p>
          <a:p>
            <a:r>
              <a:rPr lang="en-GB" sz="3500" dirty="0" smtClean="0"/>
              <a:t>Database Implementation</a:t>
            </a:r>
          </a:p>
          <a:p>
            <a:pPr lvl="1"/>
            <a:r>
              <a:rPr lang="en-GB" sz="3100" dirty="0" err="1" smtClean="0"/>
              <a:t>Mysql</a:t>
            </a:r>
            <a:r>
              <a:rPr lang="en-GB" sz="3100" dirty="0" smtClean="0"/>
              <a:t> – </a:t>
            </a:r>
            <a:r>
              <a:rPr lang="en-GB" sz="3100" dirty="0" err="1" smtClean="0"/>
              <a:t>phpmyadmin</a:t>
            </a:r>
            <a:endParaRPr lang="en-GB" sz="3100" dirty="0" smtClean="0"/>
          </a:p>
          <a:p>
            <a:pPr lvl="1"/>
            <a:r>
              <a:rPr lang="en-GB" sz="3100" dirty="0" smtClean="0"/>
              <a:t>SQL – CRUD operations</a:t>
            </a:r>
          </a:p>
          <a:p>
            <a:pPr marL="857250" lvl="2" indent="0">
              <a:buNone/>
            </a:pPr>
            <a:r>
              <a:rPr lang="en-GB" sz="2700" dirty="0" smtClean="0"/>
              <a:t>(Create, Insert, Alter, Delete, Update, Select)</a:t>
            </a:r>
          </a:p>
          <a:p>
            <a:endParaRPr lang="en-GB" sz="3500" dirty="0" smtClean="0"/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078224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b24aee6-5b89-40d5-911c-ed31e79ed9b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8A81AC8EB4E1458BA8D35C6A784837" ma:contentTypeVersion="16" ma:contentTypeDescription="Create a new document." ma:contentTypeScope="" ma:versionID="8c2a59102c2e9ab569f624311dde3b5f">
  <xsd:schema xmlns:xsd="http://www.w3.org/2001/XMLSchema" xmlns:xs="http://www.w3.org/2001/XMLSchema" xmlns:p="http://schemas.microsoft.com/office/2006/metadata/properties" xmlns:ns3="7b24aee6-5b89-40d5-911c-ed31e79ed9b6" xmlns:ns4="9e92458e-a859-4df4-b4e3-dc887dfd48a8" targetNamespace="http://schemas.microsoft.com/office/2006/metadata/properties" ma:root="true" ma:fieldsID="e1e67623142c4456b3617e35eafdad73" ns3:_="" ns4:_="">
    <xsd:import namespace="7b24aee6-5b89-40d5-911c-ed31e79ed9b6"/>
    <xsd:import namespace="9e92458e-a859-4df4-b4e3-dc887dfd48a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24aee6-5b89-40d5-911c-ed31e79ed9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92458e-a859-4df4-b4e3-dc887dfd48a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6CD3F3-1158-406A-9CD3-0BE4928191BC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7b24aee6-5b89-40d5-911c-ed31e79ed9b6"/>
    <ds:schemaRef ds:uri="9e92458e-a859-4df4-b4e3-dc887dfd48a8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F0499C8-D795-42B4-80D6-40E5123AD3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63DB77-7E6E-44C3-9044-75713D381F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24aee6-5b89-40d5-911c-ed31e79ed9b6"/>
    <ds:schemaRef ds:uri="9e92458e-a859-4df4-b4e3-dc887dfd48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106</Words>
  <Application>Microsoft Office PowerPoint</Application>
  <PresentationFormat>On-screen Show (4:3)</PresentationFormat>
  <Paragraphs>29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Databases</vt:lpstr>
      <vt:lpstr>PowerPoint Presentation</vt:lpstr>
      <vt:lpstr>PowerPoint Presentation</vt:lpstr>
    </vt:vector>
  </TitlesOfParts>
  <Company>Dundalk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Management</dc:title>
  <dc:creator>larkins</dc:creator>
  <cp:lastModifiedBy>Stephen Larkin</cp:lastModifiedBy>
  <cp:revision>39</cp:revision>
  <cp:lastPrinted>2019-01-21T13:08:33Z</cp:lastPrinted>
  <dcterms:created xsi:type="dcterms:W3CDTF">2010-10-06T10:13:15Z</dcterms:created>
  <dcterms:modified xsi:type="dcterms:W3CDTF">2024-01-16T10:22:33Z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0x010100B98A81AC8EB4E1458BA8D35C6A784837</vt:lpwstr>
  </property>
</Properties>
</file>